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notesSlides/notesSlide7.xml" ContentType="application/vnd.openxmlformats-officedocument.presentationml.notesSlide+xml"/>
  <Override PartName="/ppt/ink/ink12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3" r:id="rId6"/>
    <p:sldId id="265" r:id="rId7"/>
    <p:sldId id="267" r:id="rId8"/>
    <p:sldId id="266" r:id="rId9"/>
    <p:sldId id="268" r:id="rId10"/>
    <p:sldId id="269" r:id="rId11"/>
    <p:sldId id="270" r:id="rId12"/>
    <p:sldId id="271" r:id="rId13"/>
    <p:sldId id="260" r:id="rId14"/>
    <p:sldId id="262" r:id="rId15"/>
    <p:sldId id="264" r:id="rId16"/>
    <p:sldId id="261" r:id="rId17"/>
    <p:sldId id="273" r:id="rId18"/>
    <p:sldId id="274" r:id="rId19"/>
    <p:sldId id="275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771BB1-2E36-4D05-9176-15DD1EAC816A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0E1E4B4-3EB8-432D-981F-1B1762D8B590}">
      <dgm:prSet/>
      <dgm:spPr/>
      <dgm:t>
        <a:bodyPr/>
        <a:lstStyle/>
        <a:p>
          <a:r>
            <a:rPr lang="en-US" dirty="0"/>
            <a:t>Detecting different patterns and trends in graphs</a:t>
          </a:r>
        </a:p>
      </dgm:t>
    </dgm:pt>
    <dgm:pt modelId="{9C25DD85-5FB0-47B9-9BF1-4EB64ECC7D9F}" type="parTrans" cxnId="{BB847ACA-8E0D-43BB-8A80-9F8100D50B81}">
      <dgm:prSet/>
      <dgm:spPr/>
      <dgm:t>
        <a:bodyPr/>
        <a:lstStyle/>
        <a:p>
          <a:endParaRPr lang="en-US"/>
        </a:p>
      </dgm:t>
    </dgm:pt>
    <dgm:pt modelId="{5C4A3017-BC11-472A-99FC-213F9258BEF1}" type="sibTrans" cxnId="{BB847ACA-8E0D-43BB-8A80-9F8100D50B81}">
      <dgm:prSet/>
      <dgm:spPr/>
      <dgm:t>
        <a:bodyPr/>
        <a:lstStyle/>
        <a:p>
          <a:endParaRPr lang="en-US"/>
        </a:p>
      </dgm:t>
    </dgm:pt>
    <dgm:pt modelId="{2ECEFC58-ED69-48AB-8351-4CEA018BFF38}">
      <dgm:prSet/>
      <dgm:spPr/>
      <dgm:t>
        <a:bodyPr/>
        <a:lstStyle/>
        <a:p>
          <a:r>
            <a:rPr lang="en-US" dirty="0"/>
            <a:t>Determining the influence and properties of data </a:t>
          </a:r>
        </a:p>
      </dgm:t>
    </dgm:pt>
    <dgm:pt modelId="{82F04B05-6F19-44C0-B5D5-6AEFD52796C1}" type="parTrans" cxnId="{93891C76-28C6-4410-A393-001303447A1A}">
      <dgm:prSet/>
      <dgm:spPr/>
      <dgm:t>
        <a:bodyPr/>
        <a:lstStyle/>
        <a:p>
          <a:endParaRPr lang="en-US"/>
        </a:p>
      </dgm:t>
    </dgm:pt>
    <dgm:pt modelId="{C83E5924-9FE4-41A9-9DCA-F524C06F5FC2}" type="sibTrans" cxnId="{93891C76-28C6-4410-A393-001303447A1A}">
      <dgm:prSet/>
      <dgm:spPr/>
      <dgm:t>
        <a:bodyPr/>
        <a:lstStyle/>
        <a:p>
          <a:endParaRPr lang="en-US"/>
        </a:p>
      </dgm:t>
    </dgm:pt>
    <dgm:pt modelId="{B099897E-B18E-43BA-81BA-892B8DB74EEB}">
      <dgm:prSet/>
      <dgm:spPr/>
      <dgm:t>
        <a:bodyPr/>
        <a:lstStyle/>
        <a:p>
          <a:r>
            <a:rPr lang="en-US" dirty="0"/>
            <a:t>Analyzing the core-peripheral structure of the graph</a:t>
          </a:r>
        </a:p>
      </dgm:t>
    </dgm:pt>
    <dgm:pt modelId="{21E0FCA2-4DBD-4683-AD98-4926D981C8B9}" type="parTrans" cxnId="{5574BCA4-76D2-418B-AE85-D9C31B45AA3B}">
      <dgm:prSet/>
      <dgm:spPr/>
      <dgm:t>
        <a:bodyPr/>
        <a:lstStyle/>
        <a:p>
          <a:endParaRPr lang="en-US"/>
        </a:p>
      </dgm:t>
    </dgm:pt>
    <dgm:pt modelId="{38D70944-DDEA-4221-BBA4-9965434709F1}" type="sibTrans" cxnId="{5574BCA4-76D2-418B-AE85-D9C31B45AA3B}">
      <dgm:prSet/>
      <dgm:spPr/>
      <dgm:t>
        <a:bodyPr/>
        <a:lstStyle/>
        <a:p>
          <a:endParaRPr lang="en-US"/>
        </a:p>
      </dgm:t>
    </dgm:pt>
    <dgm:pt modelId="{67308F15-F038-48E9-9B7C-5A432431A94F}">
      <dgm:prSet/>
      <dgm:spPr/>
      <dgm:t>
        <a:bodyPr/>
        <a:lstStyle/>
        <a:p>
          <a:r>
            <a:rPr lang="en-US" dirty="0"/>
            <a:t>Detecting communities for different networks</a:t>
          </a:r>
        </a:p>
      </dgm:t>
    </dgm:pt>
    <dgm:pt modelId="{BABE8F7A-9E88-44EA-81C1-655B51C33166}" type="parTrans" cxnId="{79B80170-4F63-424B-ABCC-D4099DA04B8C}">
      <dgm:prSet/>
      <dgm:spPr/>
      <dgm:t>
        <a:bodyPr/>
        <a:lstStyle/>
        <a:p>
          <a:endParaRPr lang="en-US"/>
        </a:p>
      </dgm:t>
    </dgm:pt>
    <dgm:pt modelId="{ED131618-4D04-43CA-A1FC-253596E4D5D7}" type="sibTrans" cxnId="{79B80170-4F63-424B-ABCC-D4099DA04B8C}">
      <dgm:prSet/>
      <dgm:spPr/>
      <dgm:t>
        <a:bodyPr/>
        <a:lstStyle/>
        <a:p>
          <a:endParaRPr lang="en-US"/>
        </a:p>
      </dgm:t>
    </dgm:pt>
    <dgm:pt modelId="{A742D3CE-F25C-4FE4-BC42-56C05CC271EF}" type="pres">
      <dgm:prSet presAssocID="{B7771BB1-2E36-4D05-9176-15DD1EAC816A}" presName="linear" presStyleCnt="0">
        <dgm:presLayoutVars>
          <dgm:animLvl val="lvl"/>
          <dgm:resizeHandles val="exact"/>
        </dgm:presLayoutVars>
      </dgm:prSet>
      <dgm:spPr/>
    </dgm:pt>
    <dgm:pt modelId="{AE503E6F-718A-4BBB-8FA8-1F40718B813F}" type="pres">
      <dgm:prSet presAssocID="{50E1E4B4-3EB8-432D-981F-1B1762D8B59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3F55A7C-025D-42E9-9A45-FC4A73A290BF}" type="pres">
      <dgm:prSet presAssocID="{5C4A3017-BC11-472A-99FC-213F9258BEF1}" presName="spacer" presStyleCnt="0"/>
      <dgm:spPr/>
    </dgm:pt>
    <dgm:pt modelId="{3E3E9072-C758-4DDE-8A93-E3429A988DCE}" type="pres">
      <dgm:prSet presAssocID="{2ECEFC58-ED69-48AB-8351-4CEA018BFF3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9F9749C-4561-45E0-9F89-35AAA2A9DA09}" type="pres">
      <dgm:prSet presAssocID="{C83E5924-9FE4-41A9-9DCA-F524C06F5FC2}" presName="spacer" presStyleCnt="0"/>
      <dgm:spPr/>
    </dgm:pt>
    <dgm:pt modelId="{95484670-F8E9-4402-ACA1-29C458B4BFEF}" type="pres">
      <dgm:prSet presAssocID="{B099897E-B18E-43BA-81BA-892B8DB74EE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276E499-EAED-4345-909C-F1408F837179}" type="pres">
      <dgm:prSet presAssocID="{38D70944-DDEA-4221-BBA4-9965434709F1}" presName="spacer" presStyleCnt="0"/>
      <dgm:spPr/>
    </dgm:pt>
    <dgm:pt modelId="{8163C66A-3FB6-4187-A1F5-E9E92BF834C0}" type="pres">
      <dgm:prSet presAssocID="{67308F15-F038-48E9-9B7C-5A432431A94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2CD8010-64E4-4F66-925D-B3BE67FC81F2}" type="presOf" srcId="{50E1E4B4-3EB8-432D-981F-1B1762D8B590}" destId="{AE503E6F-718A-4BBB-8FA8-1F40718B813F}" srcOrd="0" destOrd="0" presId="urn:microsoft.com/office/officeart/2005/8/layout/vList2"/>
    <dgm:cxn modelId="{497EDA4A-6419-41A2-B1F4-2633D138444C}" type="presOf" srcId="{67308F15-F038-48E9-9B7C-5A432431A94F}" destId="{8163C66A-3FB6-4187-A1F5-E9E92BF834C0}" srcOrd="0" destOrd="0" presId="urn:microsoft.com/office/officeart/2005/8/layout/vList2"/>
    <dgm:cxn modelId="{79B80170-4F63-424B-ABCC-D4099DA04B8C}" srcId="{B7771BB1-2E36-4D05-9176-15DD1EAC816A}" destId="{67308F15-F038-48E9-9B7C-5A432431A94F}" srcOrd="3" destOrd="0" parTransId="{BABE8F7A-9E88-44EA-81C1-655B51C33166}" sibTransId="{ED131618-4D04-43CA-A1FC-253596E4D5D7}"/>
    <dgm:cxn modelId="{93891C76-28C6-4410-A393-001303447A1A}" srcId="{B7771BB1-2E36-4D05-9176-15DD1EAC816A}" destId="{2ECEFC58-ED69-48AB-8351-4CEA018BFF38}" srcOrd="1" destOrd="0" parTransId="{82F04B05-6F19-44C0-B5D5-6AEFD52796C1}" sibTransId="{C83E5924-9FE4-41A9-9DCA-F524C06F5FC2}"/>
    <dgm:cxn modelId="{61DF8858-7FB7-40DD-BF86-4F7ABD53D33E}" type="presOf" srcId="{B099897E-B18E-43BA-81BA-892B8DB74EEB}" destId="{95484670-F8E9-4402-ACA1-29C458B4BFEF}" srcOrd="0" destOrd="0" presId="urn:microsoft.com/office/officeart/2005/8/layout/vList2"/>
    <dgm:cxn modelId="{5574BCA4-76D2-418B-AE85-D9C31B45AA3B}" srcId="{B7771BB1-2E36-4D05-9176-15DD1EAC816A}" destId="{B099897E-B18E-43BA-81BA-892B8DB74EEB}" srcOrd="2" destOrd="0" parTransId="{21E0FCA2-4DBD-4683-AD98-4926D981C8B9}" sibTransId="{38D70944-DDEA-4221-BBA4-9965434709F1}"/>
    <dgm:cxn modelId="{BB847ACA-8E0D-43BB-8A80-9F8100D50B81}" srcId="{B7771BB1-2E36-4D05-9176-15DD1EAC816A}" destId="{50E1E4B4-3EB8-432D-981F-1B1762D8B590}" srcOrd="0" destOrd="0" parTransId="{9C25DD85-5FB0-47B9-9BF1-4EB64ECC7D9F}" sibTransId="{5C4A3017-BC11-472A-99FC-213F9258BEF1}"/>
    <dgm:cxn modelId="{FFE4B1DB-F309-4DA7-BB06-C3FE8CA4D6B1}" type="presOf" srcId="{2ECEFC58-ED69-48AB-8351-4CEA018BFF38}" destId="{3E3E9072-C758-4DDE-8A93-E3429A988DCE}" srcOrd="0" destOrd="0" presId="urn:microsoft.com/office/officeart/2005/8/layout/vList2"/>
    <dgm:cxn modelId="{6095F9DF-73D8-4A4D-A0C1-884A6452E718}" type="presOf" srcId="{B7771BB1-2E36-4D05-9176-15DD1EAC816A}" destId="{A742D3CE-F25C-4FE4-BC42-56C05CC271EF}" srcOrd="0" destOrd="0" presId="urn:microsoft.com/office/officeart/2005/8/layout/vList2"/>
    <dgm:cxn modelId="{E3F7736B-112D-44FD-AE84-FFFE31B3F17E}" type="presParOf" srcId="{A742D3CE-F25C-4FE4-BC42-56C05CC271EF}" destId="{AE503E6F-718A-4BBB-8FA8-1F40718B813F}" srcOrd="0" destOrd="0" presId="urn:microsoft.com/office/officeart/2005/8/layout/vList2"/>
    <dgm:cxn modelId="{01852072-BD54-4527-9B4B-5FFA0182F33B}" type="presParOf" srcId="{A742D3CE-F25C-4FE4-BC42-56C05CC271EF}" destId="{73F55A7C-025D-42E9-9A45-FC4A73A290BF}" srcOrd="1" destOrd="0" presId="urn:microsoft.com/office/officeart/2005/8/layout/vList2"/>
    <dgm:cxn modelId="{D780C173-21C7-4439-9415-A2F7D887F463}" type="presParOf" srcId="{A742D3CE-F25C-4FE4-BC42-56C05CC271EF}" destId="{3E3E9072-C758-4DDE-8A93-E3429A988DCE}" srcOrd="2" destOrd="0" presId="urn:microsoft.com/office/officeart/2005/8/layout/vList2"/>
    <dgm:cxn modelId="{6B74F802-6585-4843-9951-23E3DDB5DCD6}" type="presParOf" srcId="{A742D3CE-F25C-4FE4-BC42-56C05CC271EF}" destId="{29F9749C-4561-45E0-9F89-35AAA2A9DA09}" srcOrd="3" destOrd="0" presId="urn:microsoft.com/office/officeart/2005/8/layout/vList2"/>
    <dgm:cxn modelId="{C87BC177-A620-42FB-9290-8479DD650A0D}" type="presParOf" srcId="{A742D3CE-F25C-4FE4-BC42-56C05CC271EF}" destId="{95484670-F8E9-4402-ACA1-29C458B4BFEF}" srcOrd="4" destOrd="0" presId="urn:microsoft.com/office/officeart/2005/8/layout/vList2"/>
    <dgm:cxn modelId="{B1939ED7-5951-44F0-897D-A847D0115A37}" type="presParOf" srcId="{A742D3CE-F25C-4FE4-BC42-56C05CC271EF}" destId="{B276E499-EAED-4345-909C-F1408F837179}" srcOrd="5" destOrd="0" presId="urn:microsoft.com/office/officeart/2005/8/layout/vList2"/>
    <dgm:cxn modelId="{760ED6D9-CED0-4EB0-9169-52FBCDD630A3}" type="presParOf" srcId="{A742D3CE-F25C-4FE4-BC42-56C05CC271EF}" destId="{8163C66A-3FB6-4187-A1F5-E9E92BF834C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072F5E-74E1-4BDC-826D-17A9F604F85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B9A8D35-9BDB-4A61-B97D-C0A6CDF9580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Connectivity metrics</a:t>
          </a:r>
          <a:endParaRPr lang="en-US" dirty="0"/>
        </a:p>
      </dgm:t>
    </dgm:pt>
    <dgm:pt modelId="{5710DA3C-7A5E-4D7F-A126-7DF0B4A9D1EC}" type="parTrans" cxnId="{8C483E6E-52DF-4DE5-B486-2911E24C684E}">
      <dgm:prSet/>
      <dgm:spPr/>
      <dgm:t>
        <a:bodyPr/>
        <a:lstStyle/>
        <a:p>
          <a:endParaRPr lang="en-US"/>
        </a:p>
      </dgm:t>
    </dgm:pt>
    <dgm:pt modelId="{01F262A4-BEB1-481D-AC95-A813228F2389}" type="sibTrans" cxnId="{8C483E6E-52DF-4DE5-B486-2911E24C684E}">
      <dgm:prSet/>
      <dgm:spPr/>
      <dgm:t>
        <a:bodyPr/>
        <a:lstStyle/>
        <a:p>
          <a:endParaRPr lang="en-US"/>
        </a:p>
      </dgm:t>
    </dgm:pt>
    <dgm:pt modelId="{6819359B-D2B3-4C24-BDC5-2EECF9FC6A2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Density Metrics</a:t>
          </a:r>
          <a:endParaRPr lang="en-US" dirty="0"/>
        </a:p>
      </dgm:t>
    </dgm:pt>
    <dgm:pt modelId="{32712127-DBD8-4E03-9D62-431347CD86B5}" type="parTrans" cxnId="{145A188D-E4B6-44A1-9312-082FBF1D2935}">
      <dgm:prSet/>
      <dgm:spPr/>
      <dgm:t>
        <a:bodyPr/>
        <a:lstStyle/>
        <a:p>
          <a:endParaRPr lang="en-US"/>
        </a:p>
      </dgm:t>
    </dgm:pt>
    <dgm:pt modelId="{657610D5-25CF-4AC1-9D9A-FA8970AD7F99}" type="sibTrans" cxnId="{145A188D-E4B6-44A1-9312-082FBF1D2935}">
      <dgm:prSet/>
      <dgm:spPr/>
      <dgm:t>
        <a:bodyPr/>
        <a:lstStyle/>
        <a:p>
          <a:endParaRPr lang="en-US"/>
        </a:p>
      </dgm:t>
    </dgm:pt>
    <dgm:pt modelId="{5F683A79-5B9E-46D8-A0F3-98000E21E1E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Transitivity &amp; Clustering Metrics</a:t>
          </a:r>
        </a:p>
      </dgm:t>
    </dgm:pt>
    <dgm:pt modelId="{AC3E300C-FFC6-40C6-9DDB-6ECAA9778647}" type="parTrans" cxnId="{37147554-E560-4421-A60D-14C5534668CF}">
      <dgm:prSet/>
      <dgm:spPr/>
      <dgm:t>
        <a:bodyPr/>
        <a:lstStyle/>
        <a:p>
          <a:endParaRPr lang="en-US"/>
        </a:p>
      </dgm:t>
    </dgm:pt>
    <dgm:pt modelId="{EDF8C692-28AF-48A1-A5DB-432AFAD2C39F}" type="sibTrans" cxnId="{37147554-E560-4421-A60D-14C5534668CF}">
      <dgm:prSet/>
      <dgm:spPr/>
      <dgm:t>
        <a:bodyPr/>
        <a:lstStyle/>
        <a:p>
          <a:endParaRPr lang="en-US"/>
        </a:p>
      </dgm:t>
    </dgm:pt>
    <dgm:pt modelId="{B454FCD7-5D3E-4684-B35B-48C3E69AF19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Eccentricity Metrics</a:t>
          </a:r>
        </a:p>
      </dgm:t>
    </dgm:pt>
    <dgm:pt modelId="{1825A4C3-0E72-4D9B-A0AF-2CC85C88CF6D}" type="parTrans" cxnId="{BA1DCBCD-50CC-4FA5-8604-42FD09E9C6F9}">
      <dgm:prSet/>
      <dgm:spPr/>
      <dgm:t>
        <a:bodyPr/>
        <a:lstStyle/>
        <a:p>
          <a:endParaRPr lang="en-US"/>
        </a:p>
      </dgm:t>
    </dgm:pt>
    <dgm:pt modelId="{746170DE-9D81-4E6A-97CE-CE743E22D2E5}" type="sibTrans" cxnId="{BA1DCBCD-50CC-4FA5-8604-42FD09E9C6F9}">
      <dgm:prSet/>
      <dgm:spPr/>
      <dgm:t>
        <a:bodyPr/>
        <a:lstStyle/>
        <a:p>
          <a:endParaRPr lang="en-US"/>
        </a:p>
      </dgm:t>
    </dgm:pt>
    <dgm:pt modelId="{5649E56F-6E91-4989-B69C-98B65A12E3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Triangle Metrics</a:t>
          </a:r>
        </a:p>
      </dgm:t>
    </dgm:pt>
    <dgm:pt modelId="{47580016-A56F-4DC7-BE4E-5424FF2FCAF3}" type="parTrans" cxnId="{A10D32AD-841B-45E2-86DF-E6869B853430}">
      <dgm:prSet/>
      <dgm:spPr/>
      <dgm:t>
        <a:bodyPr/>
        <a:lstStyle/>
        <a:p>
          <a:endParaRPr lang="en-US"/>
        </a:p>
      </dgm:t>
    </dgm:pt>
    <dgm:pt modelId="{ABD7A590-2CA7-45F9-BFBB-4A415AC6521E}" type="sibTrans" cxnId="{A10D32AD-841B-45E2-86DF-E6869B853430}">
      <dgm:prSet/>
      <dgm:spPr/>
      <dgm:t>
        <a:bodyPr/>
        <a:lstStyle/>
        <a:p>
          <a:endParaRPr lang="en-US"/>
        </a:p>
      </dgm:t>
    </dgm:pt>
    <dgm:pt modelId="{A5DF8566-DCAD-4B35-B7E6-A13070BBBAC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Distribution Statistics</a:t>
          </a:r>
        </a:p>
      </dgm:t>
    </dgm:pt>
    <dgm:pt modelId="{B3732E08-0DB4-4727-BCD2-9791C91F49C6}" type="parTrans" cxnId="{089D8E75-E8AF-4073-9EC8-464738030B7A}">
      <dgm:prSet/>
      <dgm:spPr/>
      <dgm:t>
        <a:bodyPr/>
        <a:lstStyle/>
        <a:p>
          <a:endParaRPr lang="en-US"/>
        </a:p>
      </dgm:t>
    </dgm:pt>
    <dgm:pt modelId="{EE96C905-6F6A-489C-9DE2-D50EF269D492}" type="sibTrans" cxnId="{089D8E75-E8AF-4073-9EC8-464738030B7A}">
      <dgm:prSet/>
      <dgm:spPr/>
      <dgm:t>
        <a:bodyPr/>
        <a:lstStyle/>
        <a:p>
          <a:endParaRPr lang="en-US"/>
        </a:p>
      </dgm:t>
    </dgm:pt>
    <dgm:pt modelId="{09C2556E-C8F7-4B4B-82D6-796CD1128B1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Spectral Metrics</a:t>
          </a:r>
        </a:p>
      </dgm:t>
    </dgm:pt>
    <dgm:pt modelId="{EE1A974E-951E-4D9A-91E2-D894B0FE8DD5}" type="parTrans" cxnId="{FF5F815D-76FA-4C11-B31B-7CE59C5A87F3}">
      <dgm:prSet/>
      <dgm:spPr/>
      <dgm:t>
        <a:bodyPr/>
        <a:lstStyle/>
        <a:p>
          <a:endParaRPr lang="en-US"/>
        </a:p>
      </dgm:t>
    </dgm:pt>
    <dgm:pt modelId="{E9B45AA1-BB95-4A00-B2FF-8EC0251961E3}" type="sibTrans" cxnId="{FF5F815D-76FA-4C11-B31B-7CE59C5A87F3}">
      <dgm:prSet/>
      <dgm:spPr/>
      <dgm:t>
        <a:bodyPr/>
        <a:lstStyle/>
        <a:p>
          <a:endParaRPr lang="en-US"/>
        </a:p>
      </dgm:t>
    </dgm:pt>
    <dgm:pt modelId="{B1518595-75DE-4001-8E6E-A6C1C5F4F01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Core Metrics</a:t>
          </a:r>
        </a:p>
      </dgm:t>
    </dgm:pt>
    <dgm:pt modelId="{A6537C8C-F8AA-4489-906E-38A69B15E622}" type="parTrans" cxnId="{0FED756B-451D-480C-B736-E04DCC7C5BB4}">
      <dgm:prSet/>
      <dgm:spPr/>
      <dgm:t>
        <a:bodyPr/>
        <a:lstStyle/>
        <a:p>
          <a:endParaRPr lang="en-US"/>
        </a:p>
      </dgm:t>
    </dgm:pt>
    <dgm:pt modelId="{AB45DC38-5359-4B6C-A0CD-F53799F3C5BD}" type="sibTrans" cxnId="{0FED756B-451D-480C-B736-E04DCC7C5BB4}">
      <dgm:prSet/>
      <dgm:spPr/>
      <dgm:t>
        <a:bodyPr/>
        <a:lstStyle/>
        <a:p>
          <a:endParaRPr lang="en-US"/>
        </a:p>
      </dgm:t>
    </dgm:pt>
    <dgm:pt modelId="{E50B2EDF-245F-44BA-9186-A854A4FE9057}" type="pres">
      <dgm:prSet presAssocID="{E7072F5E-74E1-4BDC-826D-17A9F604F857}" presName="root" presStyleCnt="0">
        <dgm:presLayoutVars>
          <dgm:dir/>
          <dgm:resizeHandles val="exact"/>
        </dgm:presLayoutVars>
      </dgm:prSet>
      <dgm:spPr/>
    </dgm:pt>
    <dgm:pt modelId="{38C47BEC-FC41-439E-886B-C8AD70DEB36E}" type="pres">
      <dgm:prSet presAssocID="{AB9A8D35-9BDB-4A61-B97D-C0A6CDF9580B}" presName="compNode" presStyleCnt="0"/>
      <dgm:spPr/>
    </dgm:pt>
    <dgm:pt modelId="{0E74D428-2035-4BB7-946B-3BCD9D06C3B6}" type="pres">
      <dgm:prSet presAssocID="{AB9A8D35-9BDB-4A61-B97D-C0A6CDF9580B}" presName="iconBgRect" presStyleLbl="bgShp" presStyleIdx="0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783CEEA4-EACB-4F6F-A5BE-FA4991E7B20C}" type="pres">
      <dgm:prSet presAssocID="{AB9A8D35-9BDB-4A61-B97D-C0A6CDF9580B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with solid fill"/>
        </a:ext>
      </dgm:extLst>
    </dgm:pt>
    <dgm:pt modelId="{0352DDE0-CB3C-4F23-8308-1B15297F0729}" type="pres">
      <dgm:prSet presAssocID="{AB9A8D35-9BDB-4A61-B97D-C0A6CDF9580B}" presName="spaceRect" presStyleCnt="0"/>
      <dgm:spPr/>
    </dgm:pt>
    <dgm:pt modelId="{5B2F3283-08B3-4F78-B428-748E637E82FA}" type="pres">
      <dgm:prSet presAssocID="{AB9A8D35-9BDB-4A61-B97D-C0A6CDF9580B}" presName="textRect" presStyleLbl="revTx" presStyleIdx="0" presStyleCnt="8">
        <dgm:presLayoutVars>
          <dgm:chMax val="1"/>
          <dgm:chPref val="1"/>
        </dgm:presLayoutVars>
      </dgm:prSet>
      <dgm:spPr/>
    </dgm:pt>
    <dgm:pt modelId="{826C420E-2071-48BF-9A67-A81801B6F0F1}" type="pres">
      <dgm:prSet presAssocID="{01F262A4-BEB1-481D-AC95-A813228F2389}" presName="sibTrans" presStyleCnt="0"/>
      <dgm:spPr/>
    </dgm:pt>
    <dgm:pt modelId="{2AB34AC6-D7B5-492A-8A95-2C3324D7F308}" type="pres">
      <dgm:prSet presAssocID="{6819359B-D2B3-4C24-BDC5-2EECF9FC6A2E}" presName="compNode" presStyleCnt="0"/>
      <dgm:spPr/>
    </dgm:pt>
    <dgm:pt modelId="{346F1DA7-A327-44E6-AA44-5FA88E266F7C}" type="pres">
      <dgm:prSet presAssocID="{6819359B-D2B3-4C24-BDC5-2EECF9FC6A2E}" presName="iconBgRect" presStyleLbl="bgShp" presStyleIdx="1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23806051-DD5A-4B11-B529-712882E39ABD}" type="pres">
      <dgm:prSet presAssocID="{6819359B-D2B3-4C24-BDC5-2EECF9FC6A2E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 with solid fill"/>
        </a:ext>
      </dgm:extLst>
    </dgm:pt>
    <dgm:pt modelId="{4C2E7207-36FA-45B5-8510-7FD7D97A42EB}" type="pres">
      <dgm:prSet presAssocID="{6819359B-D2B3-4C24-BDC5-2EECF9FC6A2E}" presName="spaceRect" presStyleCnt="0"/>
      <dgm:spPr/>
    </dgm:pt>
    <dgm:pt modelId="{6D98A5BA-601E-4391-B4F2-B3606407A775}" type="pres">
      <dgm:prSet presAssocID="{6819359B-D2B3-4C24-BDC5-2EECF9FC6A2E}" presName="textRect" presStyleLbl="revTx" presStyleIdx="1" presStyleCnt="8">
        <dgm:presLayoutVars>
          <dgm:chMax val="1"/>
          <dgm:chPref val="1"/>
        </dgm:presLayoutVars>
      </dgm:prSet>
      <dgm:spPr/>
    </dgm:pt>
    <dgm:pt modelId="{ED58337A-99F5-477E-90C9-C112CB3E42EC}" type="pres">
      <dgm:prSet presAssocID="{657610D5-25CF-4AC1-9D9A-FA8970AD7F99}" presName="sibTrans" presStyleCnt="0"/>
      <dgm:spPr/>
    </dgm:pt>
    <dgm:pt modelId="{6E85A9BA-935E-4A8D-A962-1349DC75965C}" type="pres">
      <dgm:prSet presAssocID="{5F683A79-5B9E-46D8-A0F3-98000E21E1EC}" presName="compNode" presStyleCnt="0"/>
      <dgm:spPr/>
    </dgm:pt>
    <dgm:pt modelId="{7A1D6C3A-EF5F-4500-A3FF-36CDCF622AA8}" type="pres">
      <dgm:prSet presAssocID="{5F683A79-5B9E-46D8-A0F3-98000E21E1EC}" presName="iconBgRect" presStyleLbl="bgShp" presStyleIdx="2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6562519B-27A1-47D8-AEFA-7CC4B6BDD6B6}" type="pres">
      <dgm:prSet presAssocID="{5F683A79-5B9E-46D8-A0F3-98000E21E1EC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 with solid fill"/>
        </a:ext>
      </dgm:extLst>
    </dgm:pt>
    <dgm:pt modelId="{40759D73-E2A4-4BB5-87F9-7108C81769FE}" type="pres">
      <dgm:prSet presAssocID="{5F683A79-5B9E-46D8-A0F3-98000E21E1EC}" presName="spaceRect" presStyleCnt="0"/>
      <dgm:spPr/>
    </dgm:pt>
    <dgm:pt modelId="{109A0EB1-31FC-48EA-B3DB-1A8A2831DBFB}" type="pres">
      <dgm:prSet presAssocID="{5F683A79-5B9E-46D8-A0F3-98000E21E1EC}" presName="textRect" presStyleLbl="revTx" presStyleIdx="2" presStyleCnt="8" custScaleX="128104">
        <dgm:presLayoutVars>
          <dgm:chMax val="1"/>
          <dgm:chPref val="1"/>
        </dgm:presLayoutVars>
      </dgm:prSet>
      <dgm:spPr/>
    </dgm:pt>
    <dgm:pt modelId="{9CF12AC2-4317-498D-A37C-D7F26E55DF55}" type="pres">
      <dgm:prSet presAssocID="{EDF8C692-28AF-48A1-A5DB-432AFAD2C39F}" presName="sibTrans" presStyleCnt="0"/>
      <dgm:spPr/>
    </dgm:pt>
    <dgm:pt modelId="{88ABB70A-D10D-43FA-BE31-05B9D850DA63}" type="pres">
      <dgm:prSet presAssocID="{B454FCD7-5D3E-4684-B35B-48C3E69AF19D}" presName="compNode" presStyleCnt="0"/>
      <dgm:spPr/>
    </dgm:pt>
    <dgm:pt modelId="{3E110C9F-1830-4878-9366-914FCF0AFF86}" type="pres">
      <dgm:prSet presAssocID="{B454FCD7-5D3E-4684-B35B-48C3E69AF19D}" presName="iconBgRect" presStyleLbl="bgShp" presStyleIdx="3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A73C2D15-3481-4AC2-ACCC-80B5901E68C4}" type="pres">
      <dgm:prSet presAssocID="{B454FCD7-5D3E-4684-B35B-48C3E69AF19D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ute (Two Pins With A Path) with solid fill"/>
        </a:ext>
      </dgm:extLst>
    </dgm:pt>
    <dgm:pt modelId="{E6501836-45B7-4EB0-B6F4-907518698904}" type="pres">
      <dgm:prSet presAssocID="{B454FCD7-5D3E-4684-B35B-48C3E69AF19D}" presName="spaceRect" presStyleCnt="0"/>
      <dgm:spPr/>
    </dgm:pt>
    <dgm:pt modelId="{C4FBBA6F-86B3-4E0A-9F51-DABD4BDA29E3}" type="pres">
      <dgm:prSet presAssocID="{B454FCD7-5D3E-4684-B35B-48C3E69AF19D}" presName="textRect" presStyleLbl="revTx" presStyleIdx="3" presStyleCnt="8">
        <dgm:presLayoutVars>
          <dgm:chMax val="1"/>
          <dgm:chPref val="1"/>
        </dgm:presLayoutVars>
      </dgm:prSet>
      <dgm:spPr/>
    </dgm:pt>
    <dgm:pt modelId="{F1B5B321-56FF-4DD2-875D-B4BE5C023B40}" type="pres">
      <dgm:prSet presAssocID="{746170DE-9D81-4E6A-97CE-CE743E22D2E5}" presName="sibTrans" presStyleCnt="0"/>
      <dgm:spPr/>
    </dgm:pt>
    <dgm:pt modelId="{30985389-CB65-4D89-AC5C-9A677C10093B}" type="pres">
      <dgm:prSet presAssocID="{A5DF8566-DCAD-4B35-B7E6-A13070BBBACB}" presName="compNode" presStyleCnt="0"/>
      <dgm:spPr/>
    </dgm:pt>
    <dgm:pt modelId="{5D250B96-6BF3-42EF-A85F-01BECC75DF2A}" type="pres">
      <dgm:prSet presAssocID="{A5DF8566-DCAD-4B35-B7E6-A13070BBBACB}" presName="iconBgRect" presStyleLbl="bgShp" presStyleIdx="4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46568C8F-F1CB-4897-B020-779468E23E57}" type="pres">
      <dgm:prSet presAssocID="{A5DF8566-DCAD-4B35-B7E6-A13070BBBACB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 with solid fill"/>
        </a:ext>
      </dgm:extLst>
    </dgm:pt>
    <dgm:pt modelId="{A9D6FC30-CABC-4B0F-A63B-BC3D590A0CD8}" type="pres">
      <dgm:prSet presAssocID="{A5DF8566-DCAD-4B35-B7E6-A13070BBBACB}" presName="spaceRect" presStyleCnt="0"/>
      <dgm:spPr/>
    </dgm:pt>
    <dgm:pt modelId="{E9CC8E4D-6A8B-45DC-B626-D70C76A8CCF9}" type="pres">
      <dgm:prSet presAssocID="{A5DF8566-DCAD-4B35-B7E6-A13070BBBACB}" presName="textRect" presStyleLbl="revTx" presStyleIdx="4" presStyleCnt="8">
        <dgm:presLayoutVars>
          <dgm:chMax val="1"/>
          <dgm:chPref val="1"/>
        </dgm:presLayoutVars>
      </dgm:prSet>
      <dgm:spPr/>
    </dgm:pt>
    <dgm:pt modelId="{F46C7FB5-ACD4-4F1A-B8DA-4D2C341D1551}" type="pres">
      <dgm:prSet presAssocID="{EE96C905-6F6A-489C-9DE2-D50EF269D492}" presName="sibTrans" presStyleCnt="0"/>
      <dgm:spPr/>
    </dgm:pt>
    <dgm:pt modelId="{6B65E98B-6587-4F4D-BF23-B1A08BC58A9E}" type="pres">
      <dgm:prSet presAssocID="{09C2556E-C8F7-4B4B-82D6-796CD1128B1E}" presName="compNode" presStyleCnt="0"/>
      <dgm:spPr/>
    </dgm:pt>
    <dgm:pt modelId="{F36A7984-8FFC-4396-BE52-6287244BBECF}" type="pres">
      <dgm:prSet presAssocID="{09C2556E-C8F7-4B4B-82D6-796CD1128B1E}" presName="iconBgRect" presStyleLbl="bgShp" presStyleIdx="5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1CEC3003-B53D-4846-BEFD-6C6E6D4ADC3B}" type="pres">
      <dgm:prSet presAssocID="{09C2556E-C8F7-4B4B-82D6-796CD1128B1E}" presName="iconRect" presStyleLbl="node1" presStyleIdx="5" presStyleCnt="8"/>
      <dgm:spPr>
        <a:blipFill rotWithShape="1"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</dgm:pt>
    <dgm:pt modelId="{E466F7DA-2864-48F6-8FC1-BE475BE10D27}" type="pres">
      <dgm:prSet presAssocID="{09C2556E-C8F7-4B4B-82D6-796CD1128B1E}" presName="spaceRect" presStyleCnt="0"/>
      <dgm:spPr/>
    </dgm:pt>
    <dgm:pt modelId="{E787F67A-94B6-44D3-817D-21FB01C54C82}" type="pres">
      <dgm:prSet presAssocID="{09C2556E-C8F7-4B4B-82D6-796CD1128B1E}" presName="textRect" presStyleLbl="revTx" presStyleIdx="5" presStyleCnt="8" custScaleX="72975">
        <dgm:presLayoutVars>
          <dgm:chMax val="1"/>
          <dgm:chPref val="1"/>
        </dgm:presLayoutVars>
      </dgm:prSet>
      <dgm:spPr/>
    </dgm:pt>
    <dgm:pt modelId="{E164CC9B-10E1-474D-A615-F71E8C750E04}" type="pres">
      <dgm:prSet presAssocID="{E9B45AA1-BB95-4A00-B2FF-8EC0251961E3}" presName="sibTrans" presStyleCnt="0"/>
      <dgm:spPr/>
    </dgm:pt>
    <dgm:pt modelId="{96CE74E1-171E-46A4-B794-CAF6C65F838D}" type="pres">
      <dgm:prSet presAssocID="{5649E56F-6E91-4989-B69C-98B65A12E343}" presName="compNode" presStyleCnt="0"/>
      <dgm:spPr/>
    </dgm:pt>
    <dgm:pt modelId="{1280AF9C-0156-4E49-A20B-5E9C90814004}" type="pres">
      <dgm:prSet presAssocID="{5649E56F-6E91-4989-B69C-98B65A12E343}" presName="iconBgRect" presStyleLbl="bgShp" presStyleIdx="6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DD5EAD46-C299-40FE-B63C-76FBC79BF9C8}" type="pres">
      <dgm:prSet presAssocID="{5649E56F-6E91-4989-B69C-98B65A12E343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 with solid fill"/>
        </a:ext>
      </dgm:extLst>
    </dgm:pt>
    <dgm:pt modelId="{CBF66D69-DEC3-4D98-B302-0D89D75FC9C1}" type="pres">
      <dgm:prSet presAssocID="{5649E56F-6E91-4989-B69C-98B65A12E343}" presName="spaceRect" presStyleCnt="0"/>
      <dgm:spPr/>
    </dgm:pt>
    <dgm:pt modelId="{68CBC4C2-F26C-4B10-AE13-00EF62342ADE}" type="pres">
      <dgm:prSet presAssocID="{5649E56F-6E91-4989-B69C-98B65A12E343}" presName="textRect" presStyleLbl="revTx" presStyleIdx="6" presStyleCnt="8">
        <dgm:presLayoutVars>
          <dgm:chMax val="1"/>
          <dgm:chPref val="1"/>
        </dgm:presLayoutVars>
      </dgm:prSet>
      <dgm:spPr/>
    </dgm:pt>
    <dgm:pt modelId="{019000A6-8A7F-45DF-A18E-9F0CA95080C7}" type="pres">
      <dgm:prSet presAssocID="{ABD7A590-2CA7-45F9-BFBB-4A415AC6521E}" presName="sibTrans" presStyleCnt="0"/>
      <dgm:spPr/>
    </dgm:pt>
    <dgm:pt modelId="{D476C00A-0FFE-4C8F-BF31-3527131DCC90}" type="pres">
      <dgm:prSet presAssocID="{B1518595-75DE-4001-8E6E-A6C1C5F4F013}" presName="compNode" presStyleCnt="0"/>
      <dgm:spPr/>
    </dgm:pt>
    <dgm:pt modelId="{AA3B2737-4DC8-4D4F-93D5-6E646DC1E419}" type="pres">
      <dgm:prSet presAssocID="{B1518595-75DE-4001-8E6E-A6C1C5F4F013}" presName="iconBgRect" presStyleLbl="bgShp" presStyleIdx="7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223F75F5-D5CE-446D-B7BE-1A07BB33E7D2}" type="pres">
      <dgm:prSet presAssocID="{B1518595-75DE-4001-8E6E-A6C1C5F4F013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with solid fill"/>
        </a:ext>
      </dgm:extLst>
    </dgm:pt>
    <dgm:pt modelId="{B8CCDF67-4920-434E-AFA3-8C21C99A7672}" type="pres">
      <dgm:prSet presAssocID="{B1518595-75DE-4001-8E6E-A6C1C5F4F013}" presName="spaceRect" presStyleCnt="0"/>
      <dgm:spPr/>
    </dgm:pt>
    <dgm:pt modelId="{BAB7D82C-471D-49F2-AC41-34B1F2FE399C}" type="pres">
      <dgm:prSet presAssocID="{B1518595-75DE-4001-8E6E-A6C1C5F4F013}" presName="textRect" presStyleLbl="revTx" presStyleIdx="7" presStyleCnt="8" custScaleX="72217">
        <dgm:presLayoutVars>
          <dgm:chMax val="1"/>
          <dgm:chPref val="1"/>
        </dgm:presLayoutVars>
      </dgm:prSet>
      <dgm:spPr/>
    </dgm:pt>
  </dgm:ptLst>
  <dgm:cxnLst>
    <dgm:cxn modelId="{9CF64918-E343-4089-8178-F79AC4B6568E}" type="presOf" srcId="{AB9A8D35-9BDB-4A61-B97D-C0A6CDF9580B}" destId="{5B2F3283-08B3-4F78-B428-748E637E82FA}" srcOrd="0" destOrd="0" presId="urn:microsoft.com/office/officeart/2018/5/layout/IconLeafLabelList"/>
    <dgm:cxn modelId="{6A2BAF1D-BCB2-43EC-B324-008E83FA692A}" type="presOf" srcId="{B454FCD7-5D3E-4684-B35B-48C3E69AF19D}" destId="{C4FBBA6F-86B3-4E0A-9F51-DABD4BDA29E3}" srcOrd="0" destOrd="0" presId="urn:microsoft.com/office/officeart/2018/5/layout/IconLeafLabelList"/>
    <dgm:cxn modelId="{FF5F815D-76FA-4C11-B31B-7CE59C5A87F3}" srcId="{E7072F5E-74E1-4BDC-826D-17A9F604F857}" destId="{09C2556E-C8F7-4B4B-82D6-796CD1128B1E}" srcOrd="5" destOrd="0" parTransId="{EE1A974E-951E-4D9A-91E2-D894B0FE8DD5}" sibTransId="{E9B45AA1-BB95-4A00-B2FF-8EC0251961E3}"/>
    <dgm:cxn modelId="{E9A5F75F-2792-48C9-89CA-E39F76E41067}" type="presOf" srcId="{09C2556E-C8F7-4B4B-82D6-796CD1128B1E}" destId="{E787F67A-94B6-44D3-817D-21FB01C54C82}" srcOrd="0" destOrd="0" presId="urn:microsoft.com/office/officeart/2018/5/layout/IconLeafLabelList"/>
    <dgm:cxn modelId="{0FED756B-451D-480C-B736-E04DCC7C5BB4}" srcId="{E7072F5E-74E1-4BDC-826D-17A9F604F857}" destId="{B1518595-75DE-4001-8E6E-A6C1C5F4F013}" srcOrd="7" destOrd="0" parTransId="{A6537C8C-F8AA-4489-906E-38A69B15E622}" sibTransId="{AB45DC38-5359-4B6C-A0CD-F53799F3C5BD}"/>
    <dgm:cxn modelId="{8C483E6E-52DF-4DE5-B486-2911E24C684E}" srcId="{E7072F5E-74E1-4BDC-826D-17A9F604F857}" destId="{AB9A8D35-9BDB-4A61-B97D-C0A6CDF9580B}" srcOrd="0" destOrd="0" parTransId="{5710DA3C-7A5E-4D7F-A126-7DF0B4A9D1EC}" sibTransId="{01F262A4-BEB1-481D-AC95-A813228F2389}"/>
    <dgm:cxn modelId="{3C56C053-6E3A-4F44-A2B7-B15CF44DEB64}" type="presOf" srcId="{E7072F5E-74E1-4BDC-826D-17A9F604F857}" destId="{E50B2EDF-245F-44BA-9186-A854A4FE9057}" srcOrd="0" destOrd="0" presId="urn:microsoft.com/office/officeart/2018/5/layout/IconLeafLabelList"/>
    <dgm:cxn modelId="{37147554-E560-4421-A60D-14C5534668CF}" srcId="{E7072F5E-74E1-4BDC-826D-17A9F604F857}" destId="{5F683A79-5B9E-46D8-A0F3-98000E21E1EC}" srcOrd="2" destOrd="0" parTransId="{AC3E300C-FFC6-40C6-9DDB-6ECAA9778647}" sibTransId="{EDF8C692-28AF-48A1-A5DB-432AFAD2C39F}"/>
    <dgm:cxn modelId="{089D8E75-E8AF-4073-9EC8-464738030B7A}" srcId="{E7072F5E-74E1-4BDC-826D-17A9F604F857}" destId="{A5DF8566-DCAD-4B35-B7E6-A13070BBBACB}" srcOrd="4" destOrd="0" parTransId="{B3732E08-0DB4-4727-BCD2-9791C91F49C6}" sibTransId="{EE96C905-6F6A-489C-9DE2-D50EF269D492}"/>
    <dgm:cxn modelId="{C4385083-7E12-4139-9B70-4C2C576A9FDF}" type="presOf" srcId="{6819359B-D2B3-4C24-BDC5-2EECF9FC6A2E}" destId="{6D98A5BA-601E-4391-B4F2-B3606407A775}" srcOrd="0" destOrd="0" presId="urn:microsoft.com/office/officeart/2018/5/layout/IconLeafLabelList"/>
    <dgm:cxn modelId="{4F2AD787-F770-4A4E-84E4-4BE18341DB7C}" type="presOf" srcId="{A5DF8566-DCAD-4B35-B7E6-A13070BBBACB}" destId="{E9CC8E4D-6A8B-45DC-B626-D70C76A8CCF9}" srcOrd="0" destOrd="0" presId="urn:microsoft.com/office/officeart/2018/5/layout/IconLeafLabelList"/>
    <dgm:cxn modelId="{145A188D-E4B6-44A1-9312-082FBF1D2935}" srcId="{E7072F5E-74E1-4BDC-826D-17A9F604F857}" destId="{6819359B-D2B3-4C24-BDC5-2EECF9FC6A2E}" srcOrd="1" destOrd="0" parTransId="{32712127-DBD8-4E03-9D62-431347CD86B5}" sibTransId="{657610D5-25CF-4AC1-9D9A-FA8970AD7F99}"/>
    <dgm:cxn modelId="{A10D32AD-841B-45E2-86DF-E6869B853430}" srcId="{E7072F5E-74E1-4BDC-826D-17A9F604F857}" destId="{5649E56F-6E91-4989-B69C-98B65A12E343}" srcOrd="6" destOrd="0" parTransId="{47580016-A56F-4DC7-BE4E-5424FF2FCAF3}" sibTransId="{ABD7A590-2CA7-45F9-BFBB-4A415AC6521E}"/>
    <dgm:cxn modelId="{205741C1-511A-4314-9D1F-3256F02EA137}" type="presOf" srcId="{B1518595-75DE-4001-8E6E-A6C1C5F4F013}" destId="{BAB7D82C-471D-49F2-AC41-34B1F2FE399C}" srcOrd="0" destOrd="0" presId="urn:microsoft.com/office/officeart/2018/5/layout/IconLeafLabelList"/>
    <dgm:cxn modelId="{BA1DCBCD-50CC-4FA5-8604-42FD09E9C6F9}" srcId="{E7072F5E-74E1-4BDC-826D-17A9F604F857}" destId="{B454FCD7-5D3E-4684-B35B-48C3E69AF19D}" srcOrd="3" destOrd="0" parTransId="{1825A4C3-0E72-4D9B-A0AF-2CC85C88CF6D}" sibTransId="{746170DE-9D81-4E6A-97CE-CE743E22D2E5}"/>
    <dgm:cxn modelId="{C47143D8-13D6-4EAA-9286-A47676C6F2CD}" type="presOf" srcId="{5F683A79-5B9E-46D8-A0F3-98000E21E1EC}" destId="{109A0EB1-31FC-48EA-B3DB-1A8A2831DBFB}" srcOrd="0" destOrd="0" presId="urn:microsoft.com/office/officeart/2018/5/layout/IconLeafLabelList"/>
    <dgm:cxn modelId="{D60E36DF-9F84-4907-A712-2363ACBA28C4}" type="presOf" srcId="{5649E56F-6E91-4989-B69C-98B65A12E343}" destId="{68CBC4C2-F26C-4B10-AE13-00EF62342ADE}" srcOrd="0" destOrd="0" presId="urn:microsoft.com/office/officeart/2018/5/layout/IconLeafLabelList"/>
    <dgm:cxn modelId="{BA647D46-5461-42A9-84D7-712BE7DFA01E}" type="presParOf" srcId="{E50B2EDF-245F-44BA-9186-A854A4FE9057}" destId="{38C47BEC-FC41-439E-886B-C8AD70DEB36E}" srcOrd="0" destOrd="0" presId="urn:microsoft.com/office/officeart/2018/5/layout/IconLeafLabelList"/>
    <dgm:cxn modelId="{8817C60D-C41C-42C9-82B9-79A7BE2E4C75}" type="presParOf" srcId="{38C47BEC-FC41-439E-886B-C8AD70DEB36E}" destId="{0E74D428-2035-4BB7-946B-3BCD9D06C3B6}" srcOrd="0" destOrd="0" presId="urn:microsoft.com/office/officeart/2018/5/layout/IconLeafLabelList"/>
    <dgm:cxn modelId="{A5874795-FB5D-4141-BC99-B4A2EA152D46}" type="presParOf" srcId="{38C47BEC-FC41-439E-886B-C8AD70DEB36E}" destId="{783CEEA4-EACB-4F6F-A5BE-FA4991E7B20C}" srcOrd="1" destOrd="0" presId="urn:microsoft.com/office/officeart/2018/5/layout/IconLeafLabelList"/>
    <dgm:cxn modelId="{EB7B1C55-E7D4-4DD6-B03B-C3C83642B877}" type="presParOf" srcId="{38C47BEC-FC41-439E-886B-C8AD70DEB36E}" destId="{0352DDE0-CB3C-4F23-8308-1B15297F0729}" srcOrd="2" destOrd="0" presId="urn:microsoft.com/office/officeart/2018/5/layout/IconLeafLabelList"/>
    <dgm:cxn modelId="{FBDDD952-8996-4132-B301-10807791D753}" type="presParOf" srcId="{38C47BEC-FC41-439E-886B-C8AD70DEB36E}" destId="{5B2F3283-08B3-4F78-B428-748E637E82FA}" srcOrd="3" destOrd="0" presId="urn:microsoft.com/office/officeart/2018/5/layout/IconLeafLabelList"/>
    <dgm:cxn modelId="{1C6AABF7-0657-4BAA-BB02-60EBD8464358}" type="presParOf" srcId="{E50B2EDF-245F-44BA-9186-A854A4FE9057}" destId="{826C420E-2071-48BF-9A67-A81801B6F0F1}" srcOrd="1" destOrd="0" presId="urn:microsoft.com/office/officeart/2018/5/layout/IconLeafLabelList"/>
    <dgm:cxn modelId="{420BE793-0C0C-414C-9187-41A351191F53}" type="presParOf" srcId="{E50B2EDF-245F-44BA-9186-A854A4FE9057}" destId="{2AB34AC6-D7B5-492A-8A95-2C3324D7F308}" srcOrd="2" destOrd="0" presId="urn:microsoft.com/office/officeart/2018/5/layout/IconLeafLabelList"/>
    <dgm:cxn modelId="{BB53172A-67B8-4D58-A780-DCFD71478385}" type="presParOf" srcId="{2AB34AC6-D7B5-492A-8A95-2C3324D7F308}" destId="{346F1DA7-A327-44E6-AA44-5FA88E266F7C}" srcOrd="0" destOrd="0" presId="urn:microsoft.com/office/officeart/2018/5/layout/IconLeafLabelList"/>
    <dgm:cxn modelId="{8F83C08C-BDDD-4399-A52C-D1CDB105C237}" type="presParOf" srcId="{2AB34AC6-D7B5-492A-8A95-2C3324D7F308}" destId="{23806051-DD5A-4B11-B529-712882E39ABD}" srcOrd="1" destOrd="0" presId="urn:microsoft.com/office/officeart/2018/5/layout/IconLeafLabelList"/>
    <dgm:cxn modelId="{098259D5-52E3-4682-93E9-F013C88C5CEB}" type="presParOf" srcId="{2AB34AC6-D7B5-492A-8A95-2C3324D7F308}" destId="{4C2E7207-36FA-45B5-8510-7FD7D97A42EB}" srcOrd="2" destOrd="0" presId="urn:microsoft.com/office/officeart/2018/5/layout/IconLeafLabelList"/>
    <dgm:cxn modelId="{DFD59541-70D3-4219-AA62-AA4E4EECDEB3}" type="presParOf" srcId="{2AB34AC6-D7B5-492A-8A95-2C3324D7F308}" destId="{6D98A5BA-601E-4391-B4F2-B3606407A775}" srcOrd="3" destOrd="0" presId="urn:microsoft.com/office/officeart/2018/5/layout/IconLeafLabelList"/>
    <dgm:cxn modelId="{ACAC7B0D-B94C-4CBA-9D4A-1D5BA31ABD77}" type="presParOf" srcId="{E50B2EDF-245F-44BA-9186-A854A4FE9057}" destId="{ED58337A-99F5-477E-90C9-C112CB3E42EC}" srcOrd="3" destOrd="0" presId="urn:microsoft.com/office/officeart/2018/5/layout/IconLeafLabelList"/>
    <dgm:cxn modelId="{C8BA9FB9-5D14-4A0E-BBC8-E54080FE108F}" type="presParOf" srcId="{E50B2EDF-245F-44BA-9186-A854A4FE9057}" destId="{6E85A9BA-935E-4A8D-A962-1349DC75965C}" srcOrd="4" destOrd="0" presId="urn:microsoft.com/office/officeart/2018/5/layout/IconLeafLabelList"/>
    <dgm:cxn modelId="{1584E45F-16D0-4638-A865-1F6EF3A84E7E}" type="presParOf" srcId="{6E85A9BA-935E-4A8D-A962-1349DC75965C}" destId="{7A1D6C3A-EF5F-4500-A3FF-36CDCF622AA8}" srcOrd="0" destOrd="0" presId="urn:microsoft.com/office/officeart/2018/5/layout/IconLeafLabelList"/>
    <dgm:cxn modelId="{118457CB-3EBF-4F35-9004-A442BB343B3F}" type="presParOf" srcId="{6E85A9BA-935E-4A8D-A962-1349DC75965C}" destId="{6562519B-27A1-47D8-AEFA-7CC4B6BDD6B6}" srcOrd="1" destOrd="0" presId="urn:microsoft.com/office/officeart/2018/5/layout/IconLeafLabelList"/>
    <dgm:cxn modelId="{393B7AA2-4DED-452E-A61D-27CA0E51697F}" type="presParOf" srcId="{6E85A9BA-935E-4A8D-A962-1349DC75965C}" destId="{40759D73-E2A4-4BB5-87F9-7108C81769FE}" srcOrd="2" destOrd="0" presId="urn:microsoft.com/office/officeart/2018/5/layout/IconLeafLabelList"/>
    <dgm:cxn modelId="{4289C82E-700E-4B77-9602-A3597C8C8ACD}" type="presParOf" srcId="{6E85A9BA-935E-4A8D-A962-1349DC75965C}" destId="{109A0EB1-31FC-48EA-B3DB-1A8A2831DBFB}" srcOrd="3" destOrd="0" presId="urn:microsoft.com/office/officeart/2018/5/layout/IconLeafLabelList"/>
    <dgm:cxn modelId="{70BC2755-BE33-4903-A630-9F85D2D56778}" type="presParOf" srcId="{E50B2EDF-245F-44BA-9186-A854A4FE9057}" destId="{9CF12AC2-4317-498D-A37C-D7F26E55DF55}" srcOrd="5" destOrd="0" presId="urn:microsoft.com/office/officeart/2018/5/layout/IconLeafLabelList"/>
    <dgm:cxn modelId="{119BF6E8-5B0A-492E-AF0A-3C79B998ADB4}" type="presParOf" srcId="{E50B2EDF-245F-44BA-9186-A854A4FE9057}" destId="{88ABB70A-D10D-43FA-BE31-05B9D850DA63}" srcOrd="6" destOrd="0" presId="urn:microsoft.com/office/officeart/2018/5/layout/IconLeafLabelList"/>
    <dgm:cxn modelId="{FD7ED0D0-9326-4703-9A42-C9879AA7B977}" type="presParOf" srcId="{88ABB70A-D10D-43FA-BE31-05B9D850DA63}" destId="{3E110C9F-1830-4878-9366-914FCF0AFF86}" srcOrd="0" destOrd="0" presId="urn:microsoft.com/office/officeart/2018/5/layout/IconLeafLabelList"/>
    <dgm:cxn modelId="{76B382C7-2AE5-4A89-B922-098071DBEC68}" type="presParOf" srcId="{88ABB70A-D10D-43FA-BE31-05B9D850DA63}" destId="{A73C2D15-3481-4AC2-ACCC-80B5901E68C4}" srcOrd="1" destOrd="0" presId="urn:microsoft.com/office/officeart/2018/5/layout/IconLeafLabelList"/>
    <dgm:cxn modelId="{C6A1E0B7-317A-490D-9500-15889E1C99AB}" type="presParOf" srcId="{88ABB70A-D10D-43FA-BE31-05B9D850DA63}" destId="{E6501836-45B7-4EB0-B6F4-907518698904}" srcOrd="2" destOrd="0" presId="urn:microsoft.com/office/officeart/2018/5/layout/IconLeafLabelList"/>
    <dgm:cxn modelId="{BD409BC1-15C2-4ACB-8E2F-92A45EA20DE5}" type="presParOf" srcId="{88ABB70A-D10D-43FA-BE31-05B9D850DA63}" destId="{C4FBBA6F-86B3-4E0A-9F51-DABD4BDA29E3}" srcOrd="3" destOrd="0" presId="urn:microsoft.com/office/officeart/2018/5/layout/IconLeafLabelList"/>
    <dgm:cxn modelId="{C05B2B04-05A7-4811-9ADA-E17DA9B5F48F}" type="presParOf" srcId="{E50B2EDF-245F-44BA-9186-A854A4FE9057}" destId="{F1B5B321-56FF-4DD2-875D-B4BE5C023B40}" srcOrd="7" destOrd="0" presId="urn:microsoft.com/office/officeart/2018/5/layout/IconLeafLabelList"/>
    <dgm:cxn modelId="{E05DD533-06A5-42EE-8B22-63142276EB50}" type="presParOf" srcId="{E50B2EDF-245F-44BA-9186-A854A4FE9057}" destId="{30985389-CB65-4D89-AC5C-9A677C10093B}" srcOrd="8" destOrd="0" presId="urn:microsoft.com/office/officeart/2018/5/layout/IconLeafLabelList"/>
    <dgm:cxn modelId="{00AFBF39-4BBC-4061-855F-ED937E0EA774}" type="presParOf" srcId="{30985389-CB65-4D89-AC5C-9A677C10093B}" destId="{5D250B96-6BF3-42EF-A85F-01BECC75DF2A}" srcOrd="0" destOrd="0" presId="urn:microsoft.com/office/officeart/2018/5/layout/IconLeafLabelList"/>
    <dgm:cxn modelId="{D4229907-C90E-4A92-900A-F915C3552D8C}" type="presParOf" srcId="{30985389-CB65-4D89-AC5C-9A677C10093B}" destId="{46568C8F-F1CB-4897-B020-779468E23E57}" srcOrd="1" destOrd="0" presId="urn:microsoft.com/office/officeart/2018/5/layout/IconLeafLabelList"/>
    <dgm:cxn modelId="{F00FDF09-7B4C-492D-AA22-75F6B975739E}" type="presParOf" srcId="{30985389-CB65-4D89-AC5C-9A677C10093B}" destId="{A9D6FC30-CABC-4B0F-A63B-BC3D590A0CD8}" srcOrd="2" destOrd="0" presId="urn:microsoft.com/office/officeart/2018/5/layout/IconLeafLabelList"/>
    <dgm:cxn modelId="{9E141F3A-BBC8-4FE0-A5B5-092EB02A82D8}" type="presParOf" srcId="{30985389-CB65-4D89-AC5C-9A677C10093B}" destId="{E9CC8E4D-6A8B-45DC-B626-D70C76A8CCF9}" srcOrd="3" destOrd="0" presId="urn:microsoft.com/office/officeart/2018/5/layout/IconLeafLabelList"/>
    <dgm:cxn modelId="{3581C2F0-F081-41C5-BD7F-DAFC63F7191B}" type="presParOf" srcId="{E50B2EDF-245F-44BA-9186-A854A4FE9057}" destId="{F46C7FB5-ACD4-4F1A-B8DA-4D2C341D1551}" srcOrd="9" destOrd="0" presId="urn:microsoft.com/office/officeart/2018/5/layout/IconLeafLabelList"/>
    <dgm:cxn modelId="{BE4E742B-C695-42FF-8BE8-4420442F4DCC}" type="presParOf" srcId="{E50B2EDF-245F-44BA-9186-A854A4FE9057}" destId="{6B65E98B-6587-4F4D-BF23-B1A08BC58A9E}" srcOrd="10" destOrd="0" presId="urn:microsoft.com/office/officeart/2018/5/layout/IconLeafLabelList"/>
    <dgm:cxn modelId="{198AB3AF-F5D9-4CD3-9398-A21FD25A05CE}" type="presParOf" srcId="{6B65E98B-6587-4F4D-BF23-B1A08BC58A9E}" destId="{F36A7984-8FFC-4396-BE52-6287244BBECF}" srcOrd="0" destOrd="0" presId="urn:microsoft.com/office/officeart/2018/5/layout/IconLeafLabelList"/>
    <dgm:cxn modelId="{577C1B3C-34EC-464D-AB85-4C18A68C8844}" type="presParOf" srcId="{6B65E98B-6587-4F4D-BF23-B1A08BC58A9E}" destId="{1CEC3003-B53D-4846-BEFD-6C6E6D4ADC3B}" srcOrd="1" destOrd="0" presId="urn:microsoft.com/office/officeart/2018/5/layout/IconLeafLabelList"/>
    <dgm:cxn modelId="{22F83995-EC5D-4F60-BB02-59879CD677D1}" type="presParOf" srcId="{6B65E98B-6587-4F4D-BF23-B1A08BC58A9E}" destId="{E466F7DA-2864-48F6-8FC1-BE475BE10D27}" srcOrd="2" destOrd="0" presId="urn:microsoft.com/office/officeart/2018/5/layout/IconLeafLabelList"/>
    <dgm:cxn modelId="{143CFAFE-7716-4FDD-987F-6B9C9CA27EC7}" type="presParOf" srcId="{6B65E98B-6587-4F4D-BF23-B1A08BC58A9E}" destId="{E787F67A-94B6-44D3-817D-21FB01C54C82}" srcOrd="3" destOrd="0" presId="urn:microsoft.com/office/officeart/2018/5/layout/IconLeafLabelList"/>
    <dgm:cxn modelId="{90EB4FEA-C91A-42E6-8575-F3BDFB9C7D36}" type="presParOf" srcId="{E50B2EDF-245F-44BA-9186-A854A4FE9057}" destId="{E164CC9B-10E1-474D-A615-F71E8C750E04}" srcOrd="11" destOrd="0" presId="urn:microsoft.com/office/officeart/2018/5/layout/IconLeafLabelList"/>
    <dgm:cxn modelId="{BFE223CC-4A89-46A0-A004-29A57222E132}" type="presParOf" srcId="{E50B2EDF-245F-44BA-9186-A854A4FE9057}" destId="{96CE74E1-171E-46A4-B794-CAF6C65F838D}" srcOrd="12" destOrd="0" presId="urn:microsoft.com/office/officeart/2018/5/layout/IconLeafLabelList"/>
    <dgm:cxn modelId="{A6FD2F89-8877-438A-8CA3-0F6CB41D156D}" type="presParOf" srcId="{96CE74E1-171E-46A4-B794-CAF6C65F838D}" destId="{1280AF9C-0156-4E49-A20B-5E9C90814004}" srcOrd="0" destOrd="0" presId="urn:microsoft.com/office/officeart/2018/5/layout/IconLeafLabelList"/>
    <dgm:cxn modelId="{E90BDD61-8F96-430D-A166-3A33812363F9}" type="presParOf" srcId="{96CE74E1-171E-46A4-B794-CAF6C65F838D}" destId="{DD5EAD46-C299-40FE-B63C-76FBC79BF9C8}" srcOrd="1" destOrd="0" presId="urn:microsoft.com/office/officeart/2018/5/layout/IconLeafLabelList"/>
    <dgm:cxn modelId="{7A478E35-F934-49B8-943B-4307D21A5B91}" type="presParOf" srcId="{96CE74E1-171E-46A4-B794-CAF6C65F838D}" destId="{CBF66D69-DEC3-4D98-B302-0D89D75FC9C1}" srcOrd="2" destOrd="0" presId="urn:microsoft.com/office/officeart/2018/5/layout/IconLeafLabelList"/>
    <dgm:cxn modelId="{A821FE6C-B828-43D0-AEC2-51824FDD1701}" type="presParOf" srcId="{96CE74E1-171E-46A4-B794-CAF6C65F838D}" destId="{68CBC4C2-F26C-4B10-AE13-00EF62342ADE}" srcOrd="3" destOrd="0" presId="urn:microsoft.com/office/officeart/2018/5/layout/IconLeafLabelList"/>
    <dgm:cxn modelId="{CB3C4415-2345-4F4B-A0D5-24BB70DF54D6}" type="presParOf" srcId="{E50B2EDF-245F-44BA-9186-A854A4FE9057}" destId="{019000A6-8A7F-45DF-A18E-9F0CA95080C7}" srcOrd="13" destOrd="0" presId="urn:microsoft.com/office/officeart/2018/5/layout/IconLeafLabelList"/>
    <dgm:cxn modelId="{B468FD74-1806-424F-B81E-48DCA59A0FAB}" type="presParOf" srcId="{E50B2EDF-245F-44BA-9186-A854A4FE9057}" destId="{D476C00A-0FFE-4C8F-BF31-3527131DCC90}" srcOrd="14" destOrd="0" presId="urn:microsoft.com/office/officeart/2018/5/layout/IconLeafLabelList"/>
    <dgm:cxn modelId="{94260FB5-6E1A-4E13-A682-173F77B354A3}" type="presParOf" srcId="{D476C00A-0FFE-4C8F-BF31-3527131DCC90}" destId="{AA3B2737-4DC8-4D4F-93D5-6E646DC1E419}" srcOrd="0" destOrd="0" presId="urn:microsoft.com/office/officeart/2018/5/layout/IconLeafLabelList"/>
    <dgm:cxn modelId="{AAF1A040-9613-422F-AC6B-08D989190D95}" type="presParOf" srcId="{D476C00A-0FFE-4C8F-BF31-3527131DCC90}" destId="{223F75F5-D5CE-446D-B7BE-1A07BB33E7D2}" srcOrd="1" destOrd="0" presId="urn:microsoft.com/office/officeart/2018/5/layout/IconLeafLabelList"/>
    <dgm:cxn modelId="{874BAF5F-4F91-47E6-948E-813B71B6DA6E}" type="presParOf" srcId="{D476C00A-0FFE-4C8F-BF31-3527131DCC90}" destId="{B8CCDF67-4920-434E-AFA3-8C21C99A7672}" srcOrd="2" destOrd="0" presId="urn:microsoft.com/office/officeart/2018/5/layout/IconLeafLabelList"/>
    <dgm:cxn modelId="{ED9F1023-DDA3-4E18-BFFE-11CFB4FFCEB4}" type="presParOf" srcId="{D476C00A-0FFE-4C8F-BF31-3527131DCC90}" destId="{BAB7D82C-471D-49F2-AC41-34B1F2FE399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7641925-5EB9-4925-9C7D-B437DAE51CEB}" type="doc">
      <dgm:prSet loTypeId="urn:microsoft.com/office/officeart/2005/8/layout/h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D53D786-1816-4E75-A54D-902D4E3C4F26}">
      <dgm:prSet custT="1"/>
      <dgm:spPr/>
      <dgm:t>
        <a:bodyPr/>
        <a:lstStyle/>
        <a:p>
          <a:r>
            <a:rPr lang="en-US" sz="1200" b="1" dirty="0"/>
            <a:t>Connectivity Metrics</a:t>
          </a:r>
        </a:p>
      </dgm:t>
    </dgm:pt>
    <dgm:pt modelId="{681D4584-DE63-4D1E-A02E-D0E0CF4FF8A7}" type="parTrans" cxnId="{37649444-6D87-4ADB-AF85-902A5209667B}">
      <dgm:prSet/>
      <dgm:spPr/>
      <dgm:t>
        <a:bodyPr/>
        <a:lstStyle/>
        <a:p>
          <a:endParaRPr lang="en-US"/>
        </a:p>
      </dgm:t>
    </dgm:pt>
    <dgm:pt modelId="{3ECAB958-2700-4A54-89B6-28ACFE31B6E0}" type="sibTrans" cxnId="{37649444-6D87-4ADB-AF85-902A5209667B}">
      <dgm:prSet/>
      <dgm:spPr/>
      <dgm:t>
        <a:bodyPr/>
        <a:lstStyle/>
        <a:p>
          <a:endParaRPr lang="en-US"/>
        </a:p>
      </dgm:t>
    </dgm:pt>
    <dgm:pt modelId="{A16CC15B-8CB4-4123-B65B-24C02D970571}">
      <dgm:prSet/>
      <dgm:spPr/>
      <dgm:t>
        <a:bodyPr/>
        <a:lstStyle/>
        <a:p>
          <a:r>
            <a:rPr lang="en-US"/>
            <a:t>Graph’s size</a:t>
          </a:r>
        </a:p>
      </dgm:t>
    </dgm:pt>
    <dgm:pt modelId="{0D99CD96-FEDB-40E1-A096-FD521C5CAAA5}" type="parTrans" cxnId="{0947734C-1A03-43DD-8841-F8033A5546C0}">
      <dgm:prSet/>
      <dgm:spPr/>
      <dgm:t>
        <a:bodyPr/>
        <a:lstStyle/>
        <a:p>
          <a:endParaRPr lang="en-US"/>
        </a:p>
      </dgm:t>
    </dgm:pt>
    <dgm:pt modelId="{82528915-6B98-47D5-AEC6-6149A2A44F0A}" type="sibTrans" cxnId="{0947734C-1A03-43DD-8841-F8033A5546C0}">
      <dgm:prSet/>
      <dgm:spPr/>
      <dgm:t>
        <a:bodyPr/>
        <a:lstStyle/>
        <a:p>
          <a:endParaRPr lang="en-US"/>
        </a:p>
      </dgm:t>
    </dgm:pt>
    <dgm:pt modelId="{BE0349CC-B9BD-4C54-9A16-55DE7C90C3E1}">
      <dgm:prSet/>
      <dgm:spPr/>
      <dgm:t>
        <a:bodyPr/>
        <a:lstStyle/>
        <a:p>
          <a:r>
            <a:rPr lang="en-US"/>
            <a:t>Number of edges</a:t>
          </a:r>
        </a:p>
      </dgm:t>
    </dgm:pt>
    <dgm:pt modelId="{372AB9C4-6862-42AD-AD2D-4EC2A43D14E9}" type="parTrans" cxnId="{D38C0645-9DE2-4C71-ABD9-81DAC2F0FF95}">
      <dgm:prSet/>
      <dgm:spPr/>
      <dgm:t>
        <a:bodyPr/>
        <a:lstStyle/>
        <a:p>
          <a:endParaRPr lang="en-US"/>
        </a:p>
      </dgm:t>
    </dgm:pt>
    <dgm:pt modelId="{D89F9FE9-056C-4F25-9136-4AB029B8AFE9}" type="sibTrans" cxnId="{D38C0645-9DE2-4C71-ABD9-81DAC2F0FF95}">
      <dgm:prSet/>
      <dgm:spPr/>
      <dgm:t>
        <a:bodyPr/>
        <a:lstStyle/>
        <a:p>
          <a:endParaRPr lang="en-US"/>
        </a:p>
      </dgm:t>
    </dgm:pt>
    <dgm:pt modelId="{76745294-E765-4CFB-BE63-861FAE9F03A8}">
      <dgm:prSet/>
      <dgm:spPr/>
      <dgm:t>
        <a:bodyPr/>
        <a:lstStyle/>
        <a:p>
          <a:r>
            <a:rPr lang="en-US"/>
            <a:t>Minimum degree</a:t>
          </a:r>
        </a:p>
      </dgm:t>
    </dgm:pt>
    <dgm:pt modelId="{30B8DFB1-562A-4B0A-8A15-E6B5B11BC6A7}" type="parTrans" cxnId="{18482DFD-671F-4F40-A2FF-C970D9C9E732}">
      <dgm:prSet/>
      <dgm:spPr/>
      <dgm:t>
        <a:bodyPr/>
        <a:lstStyle/>
        <a:p>
          <a:endParaRPr lang="en-US"/>
        </a:p>
      </dgm:t>
    </dgm:pt>
    <dgm:pt modelId="{7EE5F3A4-C8C8-4133-8D10-4C464817CC73}" type="sibTrans" cxnId="{18482DFD-671F-4F40-A2FF-C970D9C9E732}">
      <dgm:prSet/>
      <dgm:spPr/>
      <dgm:t>
        <a:bodyPr/>
        <a:lstStyle/>
        <a:p>
          <a:endParaRPr lang="en-US"/>
        </a:p>
      </dgm:t>
    </dgm:pt>
    <dgm:pt modelId="{0A1CA3C0-71BC-4D0B-B9D2-6E0995E78AA0}">
      <dgm:prSet/>
      <dgm:spPr/>
      <dgm:t>
        <a:bodyPr/>
        <a:lstStyle/>
        <a:p>
          <a:r>
            <a:rPr lang="en-US"/>
            <a:t>Maximum degree</a:t>
          </a:r>
        </a:p>
      </dgm:t>
    </dgm:pt>
    <dgm:pt modelId="{302DC931-6319-4D55-BA56-4D6D5926CEE8}" type="parTrans" cxnId="{6B1F62E0-A6B1-4E55-B586-8532211C4428}">
      <dgm:prSet/>
      <dgm:spPr/>
      <dgm:t>
        <a:bodyPr/>
        <a:lstStyle/>
        <a:p>
          <a:endParaRPr lang="en-US"/>
        </a:p>
      </dgm:t>
    </dgm:pt>
    <dgm:pt modelId="{13B72912-D79F-4324-BCBD-315C06B2D862}" type="sibTrans" cxnId="{6B1F62E0-A6B1-4E55-B586-8532211C4428}">
      <dgm:prSet/>
      <dgm:spPr/>
      <dgm:t>
        <a:bodyPr/>
        <a:lstStyle/>
        <a:p>
          <a:endParaRPr lang="en-US"/>
        </a:p>
      </dgm:t>
    </dgm:pt>
    <dgm:pt modelId="{110C060B-2FFB-4EBD-B1AD-AB4EDBF9AC03}">
      <dgm:prSet/>
      <dgm:spPr/>
      <dgm:t>
        <a:bodyPr/>
        <a:lstStyle/>
        <a:p>
          <a:r>
            <a:rPr lang="en-US"/>
            <a:t>Average degree</a:t>
          </a:r>
        </a:p>
      </dgm:t>
    </dgm:pt>
    <dgm:pt modelId="{B6297A57-A391-45A4-BADB-07A915BDE856}" type="parTrans" cxnId="{1FDE0793-07E7-4250-87FA-44F8689F1368}">
      <dgm:prSet/>
      <dgm:spPr/>
      <dgm:t>
        <a:bodyPr/>
        <a:lstStyle/>
        <a:p>
          <a:endParaRPr lang="en-US"/>
        </a:p>
      </dgm:t>
    </dgm:pt>
    <dgm:pt modelId="{887665A5-3A53-4620-9FF3-7996C472F366}" type="sibTrans" cxnId="{1FDE0793-07E7-4250-87FA-44F8689F1368}">
      <dgm:prSet/>
      <dgm:spPr/>
      <dgm:t>
        <a:bodyPr/>
        <a:lstStyle/>
        <a:p>
          <a:endParaRPr lang="en-US"/>
        </a:p>
      </dgm:t>
    </dgm:pt>
    <dgm:pt modelId="{A3FCFEC7-7AF0-42B9-9113-12F027B46125}">
      <dgm:prSet/>
      <dgm:spPr/>
      <dgm:t>
        <a:bodyPr/>
        <a:lstStyle/>
        <a:p>
          <a:r>
            <a:rPr lang="en-US"/>
            <a:t>Total Internal Edges</a:t>
          </a:r>
        </a:p>
      </dgm:t>
    </dgm:pt>
    <dgm:pt modelId="{7458E867-6A1F-4858-AF6E-260C56F88B60}" type="parTrans" cxnId="{A7D6892E-FF3D-4089-99EA-5DEADF6A9730}">
      <dgm:prSet/>
      <dgm:spPr/>
      <dgm:t>
        <a:bodyPr/>
        <a:lstStyle/>
        <a:p>
          <a:endParaRPr lang="en-US"/>
        </a:p>
      </dgm:t>
    </dgm:pt>
    <dgm:pt modelId="{BBD40E3C-4FF3-46B9-B784-38A4ED870478}" type="sibTrans" cxnId="{A7D6892E-FF3D-4089-99EA-5DEADF6A9730}">
      <dgm:prSet/>
      <dgm:spPr/>
      <dgm:t>
        <a:bodyPr/>
        <a:lstStyle/>
        <a:p>
          <a:endParaRPr lang="en-US"/>
        </a:p>
      </dgm:t>
    </dgm:pt>
    <dgm:pt modelId="{5084133C-3F69-4B6C-AFEF-857C580105B7}">
      <dgm:prSet/>
      <dgm:spPr/>
      <dgm:t>
        <a:bodyPr/>
        <a:lstStyle/>
        <a:p>
          <a:r>
            <a:rPr lang="en-US"/>
            <a:t>Second-order Average Degree</a:t>
          </a:r>
        </a:p>
      </dgm:t>
    </dgm:pt>
    <dgm:pt modelId="{A48E0D87-E5E2-4B78-A74D-C41DE6D75EFF}" type="parTrans" cxnId="{A7240D24-DCB5-498B-98DE-A2A57791BD06}">
      <dgm:prSet/>
      <dgm:spPr/>
      <dgm:t>
        <a:bodyPr/>
        <a:lstStyle/>
        <a:p>
          <a:endParaRPr lang="en-US"/>
        </a:p>
      </dgm:t>
    </dgm:pt>
    <dgm:pt modelId="{BC506C99-A7AC-406D-81A8-47758F7008CB}" type="sibTrans" cxnId="{A7240D24-DCB5-498B-98DE-A2A57791BD06}">
      <dgm:prSet/>
      <dgm:spPr/>
      <dgm:t>
        <a:bodyPr/>
        <a:lstStyle/>
        <a:p>
          <a:endParaRPr lang="en-US"/>
        </a:p>
      </dgm:t>
    </dgm:pt>
    <dgm:pt modelId="{85FCC292-7467-4968-9BD2-A3583BB1608E}">
      <dgm:prSet/>
      <dgm:spPr/>
      <dgm:t>
        <a:bodyPr/>
        <a:lstStyle/>
        <a:p>
          <a:r>
            <a:rPr lang="en-US"/>
            <a:t>Degree Second Moment</a:t>
          </a:r>
        </a:p>
      </dgm:t>
    </dgm:pt>
    <dgm:pt modelId="{7C44387E-B1FC-45CC-A00E-BF432BD786F8}" type="parTrans" cxnId="{73809355-2E4D-432D-9073-D174964A7CCC}">
      <dgm:prSet/>
      <dgm:spPr/>
      <dgm:t>
        <a:bodyPr/>
        <a:lstStyle/>
        <a:p>
          <a:endParaRPr lang="en-US"/>
        </a:p>
      </dgm:t>
    </dgm:pt>
    <dgm:pt modelId="{56756FC5-963F-4450-8E79-D70B51822B13}" type="sibTrans" cxnId="{73809355-2E4D-432D-9073-D174964A7CCC}">
      <dgm:prSet/>
      <dgm:spPr/>
      <dgm:t>
        <a:bodyPr/>
        <a:lstStyle/>
        <a:p>
          <a:endParaRPr lang="en-US"/>
        </a:p>
      </dgm:t>
    </dgm:pt>
    <dgm:pt modelId="{C6434FDE-91D5-4837-A97F-01314D098778}">
      <dgm:prSet/>
      <dgm:spPr/>
      <dgm:t>
        <a:bodyPr/>
        <a:lstStyle/>
        <a:p>
          <a:r>
            <a:rPr lang="en-US"/>
            <a:t>Degree Variance</a:t>
          </a:r>
        </a:p>
      </dgm:t>
    </dgm:pt>
    <dgm:pt modelId="{F6D63E79-199D-442A-B822-D9539609AB3F}" type="parTrans" cxnId="{BDABC058-3CE3-4165-B31F-5D72081DD168}">
      <dgm:prSet/>
      <dgm:spPr/>
      <dgm:t>
        <a:bodyPr/>
        <a:lstStyle/>
        <a:p>
          <a:endParaRPr lang="en-US"/>
        </a:p>
      </dgm:t>
    </dgm:pt>
    <dgm:pt modelId="{D41A8ECB-26EF-44B7-A51A-15DB9A75F89C}" type="sibTrans" cxnId="{BDABC058-3CE3-4165-B31F-5D72081DD168}">
      <dgm:prSet/>
      <dgm:spPr/>
      <dgm:t>
        <a:bodyPr/>
        <a:lstStyle/>
        <a:p>
          <a:endParaRPr lang="en-US"/>
        </a:p>
      </dgm:t>
    </dgm:pt>
    <dgm:pt modelId="{87119865-738E-4A4A-A085-E10801997D37}">
      <dgm:prSet/>
      <dgm:spPr/>
      <dgm:t>
        <a:bodyPr/>
        <a:lstStyle/>
        <a:p>
          <a:r>
            <a:rPr lang="en-US"/>
            <a:t>Degree Skewness</a:t>
          </a:r>
        </a:p>
      </dgm:t>
    </dgm:pt>
    <dgm:pt modelId="{5BCCC83D-F0E3-4466-848A-5F4D9EA0E0FD}" type="parTrans" cxnId="{A51D465D-7387-4F92-826E-C990B994D6F7}">
      <dgm:prSet/>
      <dgm:spPr/>
      <dgm:t>
        <a:bodyPr/>
        <a:lstStyle/>
        <a:p>
          <a:endParaRPr lang="en-US"/>
        </a:p>
      </dgm:t>
    </dgm:pt>
    <dgm:pt modelId="{6BB56E26-0EEB-455F-BB11-69DC99B1F451}" type="sibTrans" cxnId="{A51D465D-7387-4F92-826E-C990B994D6F7}">
      <dgm:prSet/>
      <dgm:spPr/>
      <dgm:t>
        <a:bodyPr/>
        <a:lstStyle/>
        <a:p>
          <a:endParaRPr lang="en-US"/>
        </a:p>
      </dgm:t>
    </dgm:pt>
    <dgm:pt modelId="{BDB73A6D-148D-47CE-A8CB-8BF241FE2AFE}">
      <dgm:prSet/>
      <dgm:spPr/>
      <dgm:t>
        <a:bodyPr/>
        <a:lstStyle/>
        <a:p>
          <a:r>
            <a:rPr lang="en-US"/>
            <a:t>Edge connectivity lower bound</a:t>
          </a:r>
        </a:p>
      </dgm:t>
    </dgm:pt>
    <dgm:pt modelId="{C4182B6B-905B-4EA3-88FB-830A34C2ACFD}" type="parTrans" cxnId="{52546EDF-3A36-4AB7-9473-7001598B214E}">
      <dgm:prSet/>
      <dgm:spPr/>
      <dgm:t>
        <a:bodyPr/>
        <a:lstStyle/>
        <a:p>
          <a:endParaRPr lang="en-US"/>
        </a:p>
      </dgm:t>
    </dgm:pt>
    <dgm:pt modelId="{F6CB80D3-37A8-4BCF-AF9F-62C46690ABE3}" type="sibTrans" cxnId="{52546EDF-3A36-4AB7-9473-7001598B214E}">
      <dgm:prSet/>
      <dgm:spPr/>
      <dgm:t>
        <a:bodyPr/>
        <a:lstStyle/>
        <a:p>
          <a:endParaRPr lang="en-US"/>
        </a:p>
      </dgm:t>
    </dgm:pt>
    <dgm:pt modelId="{0E76946B-C397-4970-AD9F-0014AEAC941D}">
      <dgm:prSet/>
      <dgm:spPr/>
      <dgm:t>
        <a:bodyPr/>
        <a:lstStyle/>
        <a:p>
          <a:r>
            <a:rPr lang="en-US"/>
            <a:t>Vertex connectivity lower bound</a:t>
          </a:r>
        </a:p>
      </dgm:t>
    </dgm:pt>
    <dgm:pt modelId="{A1845A36-6CEF-4878-AA72-50F747E38728}" type="parTrans" cxnId="{04F28C13-F935-4B5B-918C-9F4FD42E5ECE}">
      <dgm:prSet/>
      <dgm:spPr/>
      <dgm:t>
        <a:bodyPr/>
        <a:lstStyle/>
        <a:p>
          <a:endParaRPr lang="en-US"/>
        </a:p>
      </dgm:t>
    </dgm:pt>
    <dgm:pt modelId="{91CA8CEA-8562-4DAD-BA19-2CA78671B919}" type="sibTrans" cxnId="{04F28C13-F935-4B5B-918C-9F4FD42E5ECE}">
      <dgm:prSet/>
      <dgm:spPr/>
      <dgm:t>
        <a:bodyPr/>
        <a:lstStyle/>
        <a:p>
          <a:endParaRPr lang="en-US"/>
        </a:p>
      </dgm:t>
    </dgm:pt>
    <dgm:pt modelId="{7AC3463B-26AE-47F3-8161-5086CE24617F}">
      <dgm:prSet/>
      <dgm:spPr/>
      <dgm:t>
        <a:bodyPr/>
        <a:lstStyle/>
        <a:p>
          <a:r>
            <a:rPr lang="en-US"/>
            <a:t>Cluster volume</a:t>
          </a:r>
        </a:p>
      </dgm:t>
    </dgm:pt>
    <dgm:pt modelId="{2EA393E1-B945-4089-857F-F60FF6E1DF35}" type="parTrans" cxnId="{B6D79252-3767-4A35-BBA6-CC5BF1F91E6B}">
      <dgm:prSet/>
      <dgm:spPr/>
      <dgm:t>
        <a:bodyPr/>
        <a:lstStyle/>
        <a:p>
          <a:endParaRPr lang="en-US"/>
        </a:p>
      </dgm:t>
    </dgm:pt>
    <dgm:pt modelId="{BFAA432A-79F8-4A73-8D65-7CE738A9218C}" type="sibTrans" cxnId="{B6D79252-3767-4A35-BBA6-CC5BF1F91E6B}">
      <dgm:prSet/>
      <dgm:spPr/>
      <dgm:t>
        <a:bodyPr/>
        <a:lstStyle/>
        <a:p>
          <a:endParaRPr lang="en-US"/>
        </a:p>
      </dgm:t>
    </dgm:pt>
    <dgm:pt modelId="{8FE71BD7-6D1C-4BE0-B9D3-B679E0A6B854}">
      <dgm:prSet/>
      <dgm:spPr/>
      <dgm:t>
        <a:bodyPr/>
        <a:lstStyle/>
        <a:p>
          <a:r>
            <a:rPr lang="en-US"/>
            <a:t>Cluster Cut-edges </a:t>
          </a:r>
        </a:p>
      </dgm:t>
    </dgm:pt>
    <dgm:pt modelId="{30835DCF-52AD-42A8-B314-7AA555DDE62F}" type="parTrans" cxnId="{40086BA5-3E18-4F7E-B03B-84EC0838D559}">
      <dgm:prSet/>
      <dgm:spPr/>
      <dgm:t>
        <a:bodyPr/>
        <a:lstStyle/>
        <a:p>
          <a:endParaRPr lang="en-US"/>
        </a:p>
      </dgm:t>
    </dgm:pt>
    <dgm:pt modelId="{3424EDFB-0C4F-41A2-A708-E2A027723740}" type="sibTrans" cxnId="{40086BA5-3E18-4F7E-B03B-84EC0838D559}">
      <dgm:prSet/>
      <dgm:spPr/>
      <dgm:t>
        <a:bodyPr/>
        <a:lstStyle/>
        <a:p>
          <a:endParaRPr lang="en-US"/>
        </a:p>
      </dgm:t>
    </dgm:pt>
    <dgm:pt modelId="{C44A5B03-2585-409E-AC81-A323BE0FBC07}">
      <dgm:prSet/>
      <dgm:spPr/>
      <dgm:t>
        <a:bodyPr/>
        <a:lstStyle/>
        <a:p>
          <a:r>
            <a:rPr lang="en-US"/>
            <a:t>Effective Diameter</a:t>
          </a:r>
        </a:p>
      </dgm:t>
    </dgm:pt>
    <dgm:pt modelId="{8C9435D8-C16C-4F6A-9B8D-88528A9FDBEE}" type="parTrans" cxnId="{CB6F9EEE-C125-4FCB-8695-C3B6368860F7}">
      <dgm:prSet/>
      <dgm:spPr/>
      <dgm:t>
        <a:bodyPr/>
        <a:lstStyle/>
        <a:p>
          <a:endParaRPr lang="en-US"/>
        </a:p>
      </dgm:t>
    </dgm:pt>
    <dgm:pt modelId="{618F7532-FBAE-40A4-ADD0-5E9946B176F3}" type="sibTrans" cxnId="{CB6F9EEE-C125-4FCB-8695-C3B6368860F7}">
      <dgm:prSet/>
      <dgm:spPr/>
      <dgm:t>
        <a:bodyPr/>
        <a:lstStyle/>
        <a:p>
          <a:endParaRPr lang="en-US"/>
        </a:p>
      </dgm:t>
    </dgm:pt>
    <dgm:pt modelId="{1469CE35-18A3-44D6-BEB9-53E02F9AF899}">
      <dgm:prSet/>
      <dgm:spPr/>
      <dgm:t>
        <a:bodyPr/>
        <a:lstStyle/>
        <a:p>
          <a:r>
            <a:rPr lang="en-US"/>
            <a:t>Average Betweenness</a:t>
          </a:r>
        </a:p>
      </dgm:t>
    </dgm:pt>
    <dgm:pt modelId="{82D50AAE-2E26-4C8B-8E97-2FCB882557BB}" type="parTrans" cxnId="{0E68B626-F0C8-4505-8A12-F1B85275ED9F}">
      <dgm:prSet/>
      <dgm:spPr/>
      <dgm:t>
        <a:bodyPr/>
        <a:lstStyle/>
        <a:p>
          <a:endParaRPr lang="en-US"/>
        </a:p>
      </dgm:t>
    </dgm:pt>
    <dgm:pt modelId="{B4EB03BF-D634-4C9A-8D1A-4FBCD66FA92C}" type="sibTrans" cxnId="{0E68B626-F0C8-4505-8A12-F1B85275ED9F}">
      <dgm:prSet/>
      <dgm:spPr/>
      <dgm:t>
        <a:bodyPr/>
        <a:lstStyle/>
        <a:p>
          <a:endParaRPr lang="en-US"/>
        </a:p>
      </dgm:t>
    </dgm:pt>
    <dgm:pt modelId="{E97646C6-7AAB-48F6-BE1F-C772806AEBBF}">
      <dgm:prSet/>
      <dgm:spPr/>
      <dgm:t>
        <a:bodyPr/>
        <a:lstStyle/>
        <a:p>
          <a:r>
            <a:rPr lang="en-US"/>
            <a:t>Max Betweenness</a:t>
          </a:r>
        </a:p>
      </dgm:t>
    </dgm:pt>
    <dgm:pt modelId="{B9A76796-C17D-472C-9EBF-FCE33583885E}" type="parTrans" cxnId="{77EBCDF7-EFCA-49B2-AB1E-0699A1C01CC5}">
      <dgm:prSet/>
      <dgm:spPr/>
      <dgm:t>
        <a:bodyPr/>
        <a:lstStyle/>
        <a:p>
          <a:endParaRPr lang="en-US"/>
        </a:p>
      </dgm:t>
    </dgm:pt>
    <dgm:pt modelId="{2FE680A1-04F0-4C58-A622-E261F774D8FA}" type="sibTrans" cxnId="{77EBCDF7-EFCA-49B2-AB1E-0699A1C01CC5}">
      <dgm:prSet/>
      <dgm:spPr/>
      <dgm:t>
        <a:bodyPr/>
        <a:lstStyle/>
        <a:p>
          <a:endParaRPr lang="en-US"/>
        </a:p>
      </dgm:t>
    </dgm:pt>
    <dgm:pt modelId="{FED58EA0-2743-40E3-A197-1A3C4CB65948}">
      <dgm:prSet/>
      <dgm:spPr/>
      <dgm:t>
        <a:bodyPr/>
        <a:lstStyle/>
        <a:p>
          <a:r>
            <a:rPr lang="en-US"/>
            <a:t>Bridge Count</a:t>
          </a:r>
        </a:p>
      </dgm:t>
    </dgm:pt>
    <dgm:pt modelId="{25A977DF-3ADB-4FF5-A453-038CEB4A6E7A}" type="parTrans" cxnId="{B78D5D47-2B92-45BF-8664-7FF358EF5E55}">
      <dgm:prSet/>
      <dgm:spPr/>
      <dgm:t>
        <a:bodyPr/>
        <a:lstStyle/>
        <a:p>
          <a:endParaRPr lang="en-US"/>
        </a:p>
      </dgm:t>
    </dgm:pt>
    <dgm:pt modelId="{4743498A-107E-4A10-93E2-76CB00700410}" type="sibTrans" cxnId="{B78D5D47-2B92-45BF-8664-7FF358EF5E55}">
      <dgm:prSet/>
      <dgm:spPr/>
      <dgm:t>
        <a:bodyPr/>
        <a:lstStyle/>
        <a:p>
          <a:endParaRPr lang="en-US"/>
        </a:p>
      </dgm:t>
    </dgm:pt>
    <dgm:pt modelId="{54510D08-985B-4545-B952-07BEF1845699}">
      <dgm:prSet/>
      <dgm:spPr/>
      <dgm:t>
        <a:bodyPr/>
        <a:lstStyle/>
        <a:p>
          <a:r>
            <a:rPr lang="en-US"/>
            <a:t>Bridges</a:t>
          </a:r>
        </a:p>
      </dgm:t>
    </dgm:pt>
    <dgm:pt modelId="{DBBEBD24-6D73-467D-9CEE-FE9D50D2C003}" type="parTrans" cxnId="{DEBBC631-D486-4E55-AD77-62B5C7EE61E9}">
      <dgm:prSet/>
      <dgm:spPr/>
      <dgm:t>
        <a:bodyPr/>
        <a:lstStyle/>
        <a:p>
          <a:endParaRPr lang="en-US"/>
        </a:p>
      </dgm:t>
    </dgm:pt>
    <dgm:pt modelId="{96F81B83-0022-49F9-AC44-7660FE30F4FE}" type="sibTrans" cxnId="{DEBBC631-D486-4E55-AD77-62B5C7EE61E9}">
      <dgm:prSet/>
      <dgm:spPr/>
      <dgm:t>
        <a:bodyPr/>
        <a:lstStyle/>
        <a:p>
          <a:endParaRPr lang="en-US"/>
        </a:p>
      </dgm:t>
    </dgm:pt>
    <dgm:pt modelId="{F73986F5-CA16-471D-A80A-C1BE2EF3C08E}">
      <dgm:prSet/>
      <dgm:spPr/>
      <dgm:t>
        <a:bodyPr/>
        <a:lstStyle/>
        <a:p>
          <a:r>
            <a:rPr lang="en-US"/>
            <a:t>Viecut Mincut</a:t>
          </a:r>
        </a:p>
      </dgm:t>
    </dgm:pt>
    <dgm:pt modelId="{AF37AA7B-FD4F-470E-A7DE-70061882AA55}" type="parTrans" cxnId="{F5A8C7D4-7F54-4D59-AA13-7494E887E471}">
      <dgm:prSet/>
      <dgm:spPr/>
      <dgm:t>
        <a:bodyPr/>
        <a:lstStyle/>
        <a:p>
          <a:endParaRPr lang="en-US"/>
        </a:p>
      </dgm:t>
    </dgm:pt>
    <dgm:pt modelId="{F033D9BF-95EC-406E-987F-0B4FFCFDC54B}" type="sibTrans" cxnId="{F5A8C7D4-7F54-4D59-AA13-7494E887E471}">
      <dgm:prSet/>
      <dgm:spPr/>
      <dgm:t>
        <a:bodyPr/>
        <a:lstStyle/>
        <a:p>
          <a:endParaRPr lang="en-US"/>
        </a:p>
      </dgm:t>
    </dgm:pt>
    <dgm:pt modelId="{C44CEAB0-4856-4977-90A9-07BAB5980B3C}">
      <dgm:prSet/>
      <dgm:spPr/>
      <dgm:t>
        <a:bodyPr/>
        <a:lstStyle/>
        <a:p>
          <a:r>
            <a:rPr lang="en-US"/>
            <a:t>In Partition Size</a:t>
          </a:r>
        </a:p>
      </dgm:t>
    </dgm:pt>
    <dgm:pt modelId="{A489A066-C457-4350-8FEF-AA9B1A081FA8}" type="parTrans" cxnId="{C095C2BA-018C-4E58-BF97-3C515AFE2F81}">
      <dgm:prSet/>
      <dgm:spPr/>
      <dgm:t>
        <a:bodyPr/>
        <a:lstStyle/>
        <a:p>
          <a:endParaRPr lang="en-US"/>
        </a:p>
      </dgm:t>
    </dgm:pt>
    <dgm:pt modelId="{8DC9F073-30BF-48E7-A626-4FCCAC023F1D}" type="sibTrans" cxnId="{C095C2BA-018C-4E58-BF97-3C515AFE2F81}">
      <dgm:prSet/>
      <dgm:spPr/>
      <dgm:t>
        <a:bodyPr/>
        <a:lstStyle/>
        <a:p>
          <a:endParaRPr lang="en-US"/>
        </a:p>
      </dgm:t>
    </dgm:pt>
    <dgm:pt modelId="{2F3A6E08-1A55-49A6-A276-DC90DA50E8BE}">
      <dgm:prSet/>
      <dgm:spPr/>
      <dgm:t>
        <a:bodyPr/>
        <a:lstStyle/>
        <a:p>
          <a:r>
            <a:rPr lang="en-US"/>
            <a:t>Out Partition Size</a:t>
          </a:r>
        </a:p>
      </dgm:t>
    </dgm:pt>
    <dgm:pt modelId="{0910D656-9A01-4C09-BD90-B615C1B1EBCE}" type="parTrans" cxnId="{CEE3DFA0-53E4-4A3E-BA30-C3206342B686}">
      <dgm:prSet/>
      <dgm:spPr/>
      <dgm:t>
        <a:bodyPr/>
        <a:lstStyle/>
        <a:p>
          <a:endParaRPr lang="en-US"/>
        </a:p>
      </dgm:t>
    </dgm:pt>
    <dgm:pt modelId="{5BD37368-C0A7-4FCC-B961-51A059C7CD44}" type="sibTrans" cxnId="{CEE3DFA0-53E4-4A3E-BA30-C3206342B686}">
      <dgm:prSet/>
      <dgm:spPr/>
      <dgm:t>
        <a:bodyPr/>
        <a:lstStyle/>
        <a:p>
          <a:endParaRPr lang="en-US"/>
        </a:p>
      </dgm:t>
    </dgm:pt>
    <dgm:pt modelId="{308182E1-E6BC-4D90-8656-CB5000FEF585}">
      <dgm:prSet custT="1"/>
      <dgm:spPr/>
      <dgm:t>
        <a:bodyPr/>
        <a:lstStyle/>
        <a:p>
          <a:r>
            <a:rPr lang="en-US" sz="1200" b="1" dirty="0"/>
            <a:t>Density  Metrics</a:t>
          </a:r>
        </a:p>
      </dgm:t>
    </dgm:pt>
    <dgm:pt modelId="{666DB84F-1B82-405B-BD4C-832B45C55394}" type="parTrans" cxnId="{C1EF2E6D-35F1-4CF1-8824-8F20C0EE26E4}">
      <dgm:prSet/>
      <dgm:spPr/>
      <dgm:t>
        <a:bodyPr/>
        <a:lstStyle/>
        <a:p>
          <a:endParaRPr lang="en-US"/>
        </a:p>
      </dgm:t>
    </dgm:pt>
    <dgm:pt modelId="{3108B02A-374C-41A2-B54B-8E910CDF245D}" type="sibTrans" cxnId="{C1EF2E6D-35F1-4CF1-8824-8F20C0EE26E4}">
      <dgm:prSet/>
      <dgm:spPr/>
      <dgm:t>
        <a:bodyPr/>
        <a:lstStyle/>
        <a:p>
          <a:endParaRPr lang="en-US"/>
        </a:p>
      </dgm:t>
    </dgm:pt>
    <dgm:pt modelId="{602CD6CF-CF4A-4E6B-B749-FD9DA87B9128}">
      <dgm:prSet/>
      <dgm:spPr/>
      <dgm:t>
        <a:bodyPr/>
        <a:lstStyle/>
        <a:p>
          <a:r>
            <a:rPr lang="en-US"/>
            <a:t>Density</a:t>
          </a:r>
        </a:p>
      </dgm:t>
    </dgm:pt>
    <dgm:pt modelId="{65DC8BE7-9C39-4940-9388-21DBD2E6F4FE}" type="parTrans" cxnId="{608A39F9-38E1-4893-A787-D18A00EC12AB}">
      <dgm:prSet/>
      <dgm:spPr/>
      <dgm:t>
        <a:bodyPr/>
        <a:lstStyle/>
        <a:p>
          <a:endParaRPr lang="en-US"/>
        </a:p>
      </dgm:t>
    </dgm:pt>
    <dgm:pt modelId="{438452AC-C2CD-47C1-B4DA-4538040636E8}" type="sibTrans" cxnId="{608A39F9-38E1-4893-A787-D18A00EC12AB}">
      <dgm:prSet/>
      <dgm:spPr/>
      <dgm:t>
        <a:bodyPr/>
        <a:lstStyle/>
        <a:p>
          <a:endParaRPr lang="en-US"/>
        </a:p>
      </dgm:t>
    </dgm:pt>
    <dgm:pt modelId="{55D76B9B-9DB9-4CEF-B630-2F0C82216CE5}">
      <dgm:prSet/>
      <dgm:spPr/>
      <dgm:t>
        <a:bodyPr/>
        <a:lstStyle/>
        <a:p>
          <a:r>
            <a:rPr lang="en-US"/>
            <a:t>Sparsity</a:t>
          </a:r>
        </a:p>
      </dgm:t>
    </dgm:pt>
    <dgm:pt modelId="{8F63DBB4-C412-42B5-A9C1-DC12D95D1889}" type="parTrans" cxnId="{AC2AF433-80FD-4026-8ABC-348AA17E9247}">
      <dgm:prSet/>
      <dgm:spPr/>
      <dgm:t>
        <a:bodyPr/>
        <a:lstStyle/>
        <a:p>
          <a:endParaRPr lang="en-US"/>
        </a:p>
      </dgm:t>
    </dgm:pt>
    <dgm:pt modelId="{6EECA654-A80F-40C9-A5CD-852C7FC47603}" type="sibTrans" cxnId="{AC2AF433-80FD-4026-8ABC-348AA17E9247}">
      <dgm:prSet/>
      <dgm:spPr/>
      <dgm:t>
        <a:bodyPr/>
        <a:lstStyle/>
        <a:p>
          <a:endParaRPr lang="en-US"/>
        </a:p>
      </dgm:t>
    </dgm:pt>
    <dgm:pt modelId="{5F1959CD-ADA8-40F0-9D1F-01C84552D48B}">
      <dgm:prSet/>
      <dgm:spPr/>
      <dgm:t>
        <a:bodyPr/>
        <a:lstStyle/>
        <a:p>
          <a:r>
            <a:rPr lang="en-US" dirty="0"/>
            <a:t>Maximum Possible Edges</a:t>
          </a:r>
        </a:p>
      </dgm:t>
    </dgm:pt>
    <dgm:pt modelId="{774824DE-E01E-4924-8E69-BB871FAB6421}" type="parTrans" cxnId="{AF185593-7557-4F26-B004-ABFE5AB7F7C1}">
      <dgm:prSet/>
      <dgm:spPr/>
      <dgm:t>
        <a:bodyPr/>
        <a:lstStyle/>
        <a:p>
          <a:endParaRPr lang="en-US"/>
        </a:p>
      </dgm:t>
    </dgm:pt>
    <dgm:pt modelId="{3DF8645B-B850-4ECC-956E-CF1FE1A76DF9}" type="sibTrans" cxnId="{AF185593-7557-4F26-B004-ABFE5AB7F7C1}">
      <dgm:prSet/>
      <dgm:spPr/>
      <dgm:t>
        <a:bodyPr/>
        <a:lstStyle/>
        <a:p>
          <a:endParaRPr lang="en-US"/>
        </a:p>
      </dgm:t>
    </dgm:pt>
    <dgm:pt modelId="{F34C1D91-5CB5-4E3D-91B6-CF3CB72B6B7F}">
      <dgm:prSet/>
      <dgm:spPr/>
      <dgm:t>
        <a:bodyPr/>
        <a:lstStyle/>
        <a:p>
          <a:r>
            <a:rPr lang="en-US" dirty="0"/>
            <a:t>Core Density</a:t>
          </a:r>
        </a:p>
      </dgm:t>
    </dgm:pt>
    <dgm:pt modelId="{833AB651-078C-44BB-8D53-1BCD16F06EED}" type="parTrans" cxnId="{5EF023C4-6FDB-4301-92D3-1CD60B7C3B50}">
      <dgm:prSet/>
      <dgm:spPr/>
      <dgm:t>
        <a:bodyPr/>
        <a:lstStyle/>
        <a:p>
          <a:endParaRPr lang="en-US"/>
        </a:p>
      </dgm:t>
    </dgm:pt>
    <dgm:pt modelId="{9F59839E-B11E-452B-B244-6E45C4243DC9}" type="sibTrans" cxnId="{5EF023C4-6FDB-4301-92D3-1CD60B7C3B50}">
      <dgm:prSet/>
      <dgm:spPr/>
      <dgm:t>
        <a:bodyPr/>
        <a:lstStyle/>
        <a:p>
          <a:endParaRPr lang="en-US"/>
        </a:p>
      </dgm:t>
    </dgm:pt>
    <dgm:pt modelId="{9D7A6D58-0140-4EFC-8EAD-590E80E3D50B}">
      <dgm:prSet/>
      <dgm:spPr/>
      <dgm:t>
        <a:bodyPr/>
        <a:lstStyle/>
        <a:p>
          <a:r>
            <a:rPr lang="en-US"/>
            <a:t>Average Shell Density</a:t>
          </a:r>
        </a:p>
      </dgm:t>
    </dgm:pt>
    <dgm:pt modelId="{177C24C4-27D7-4690-811E-741C9834BE22}" type="parTrans" cxnId="{5937D30D-BC7C-421C-A0B7-F6A9CEB4DC23}">
      <dgm:prSet/>
      <dgm:spPr/>
      <dgm:t>
        <a:bodyPr/>
        <a:lstStyle/>
        <a:p>
          <a:endParaRPr lang="en-US"/>
        </a:p>
      </dgm:t>
    </dgm:pt>
    <dgm:pt modelId="{0FFD9718-4F99-4D78-815F-EA2EF7258C55}" type="sibTrans" cxnId="{5937D30D-BC7C-421C-A0B7-F6A9CEB4DC23}">
      <dgm:prSet/>
      <dgm:spPr/>
      <dgm:t>
        <a:bodyPr/>
        <a:lstStyle/>
        <a:p>
          <a:endParaRPr lang="en-US"/>
        </a:p>
      </dgm:t>
    </dgm:pt>
    <dgm:pt modelId="{8F66C54F-6C8F-4F64-8736-9F19C1602261}">
      <dgm:prSet custT="1"/>
      <dgm:spPr/>
      <dgm:t>
        <a:bodyPr/>
        <a:lstStyle/>
        <a:p>
          <a:r>
            <a:rPr lang="en-US" sz="1200" b="1" dirty="0"/>
            <a:t>Transitivity Metrics</a:t>
          </a:r>
        </a:p>
      </dgm:t>
    </dgm:pt>
    <dgm:pt modelId="{70169722-DC7B-4C12-BBFA-784C1D136A98}" type="parTrans" cxnId="{8293B5DD-EDE7-48A5-975E-4641AEFE9F37}">
      <dgm:prSet/>
      <dgm:spPr/>
      <dgm:t>
        <a:bodyPr/>
        <a:lstStyle/>
        <a:p>
          <a:endParaRPr lang="en-US"/>
        </a:p>
      </dgm:t>
    </dgm:pt>
    <dgm:pt modelId="{1A406E7B-6AA2-46D6-9DAC-FBFAFEAF5CDE}" type="sibTrans" cxnId="{8293B5DD-EDE7-48A5-975E-4641AEFE9F37}">
      <dgm:prSet/>
      <dgm:spPr/>
      <dgm:t>
        <a:bodyPr/>
        <a:lstStyle/>
        <a:p>
          <a:endParaRPr lang="en-US"/>
        </a:p>
      </dgm:t>
    </dgm:pt>
    <dgm:pt modelId="{3A4C4314-0880-46C2-9A54-0E1B0BE97F17}">
      <dgm:prSet/>
      <dgm:spPr/>
      <dgm:t>
        <a:bodyPr/>
        <a:lstStyle/>
        <a:p>
          <a:r>
            <a:rPr lang="en-US"/>
            <a:t>Clustering Coefficient</a:t>
          </a:r>
        </a:p>
      </dgm:t>
    </dgm:pt>
    <dgm:pt modelId="{A98EBFFE-7FD7-4CC3-A99F-9E5E4ADDDA24}" type="parTrans" cxnId="{314A2DA6-F15E-4E0E-81D6-9A1243AB68B7}">
      <dgm:prSet/>
      <dgm:spPr/>
      <dgm:t>
        <a:bodyPr/>
        <a:lstStyle/>
        <a:p>
          <a:endParaRPr lang="en-US"/>
        </a:p>
      </dgm:t>
    </dgm:pt>
    <dgm:pt modelId="{8378A2BE-65F3-4309-840B-435C15C08C80}" type="sibTrans" cxnId="{314A2DA6-F15E-4E0E-81D6-9A1243AB68B7}">
      <dgm:prSet/>
      <dgm:spPr/>
      <dgm:t>
        <a:bodyPr/>
        <a:lstStyle/>
        <a:p>
          <a:endParaRPr lang="en-US"/>
        </a:p>
      </dgm:t>
    </dgm:pt>
    <dgm:pt modelId="{912A1961-89BA-4AAE-B809-57109CE0E0EE}">
      <dgm:prSet/>
      <dgm:spPr/>
      <dgm:t>
        <a:bodyPr/>
        <a:lstStyle/>
        <a:p>
          <a:r>
            <a:rPr lang="en-US"/>
            <a:t>Average Local Clustering Coefficient</a:t>
          </a:r>
        </a:p>
      </dgm:t>
    </dgm:pt>
    <dgm:pt modelId="{21AFC283-F1CE-45DE-A75D-590848CBC2D6}" type="parTrans" cxnId="{5CC47CCF-03A1-4D7C-A1C4-B0341F13521A}">
      <dgm:prSet/>
      <dgm:spPr/>
      <dgm:t>
        <a:bodyPr/>
        <a:lstStyle/>
        <a:p>
          <a:endParaRPr lang="en-US"/>
        </a:p>
      </dgm:t>
    </dgm:pt>
    <dgm:pt modelId="{25E85A63-4545-4F03-8DB1-60C9F38B2FE9}" type="sibTrans" cxnId="{5CC47CCF-03A1-4D7C-A1C4-B0341F13521A}">
      <dgm:prSet/>
      <dgm:spPr/>
      <dgm:t>
        <a:bodyPr/>
        <a:lstStyle/>
        <a:p>
          <a:endParaRPr lang="en-US"/>
        </a:p>
      </dgm:t>
    </dgm:pt>
    <dgm:pt modelId="{A503A1C4-8BBA-4396-AE63-E83579EC96DE}">
      <dgm:prSet/>
      <dgm:spPr/>
      <dgm:t>
        <a:bodyPr/>
        <a:lstStyle/>
        <a:p>
          <a:r>
            <a:rPr lang="en-US" dirty="0"/>
            <a:t>Wedge Count</a:t>
          </a:r>
        </a:p>
      </dgm:t>
    </dgm:pt>
    <dgm:pt modelId="{9C7562D6-36AE-4C48-A291-AC36900B90CF}" type="parTrans" cxnId="{2512F45B-C4E6-46B9-A7E2-75959546FECC}">
      <dgm:prSet/>
      <dgm:spPr/>
      <dgm:t>
        <a:bodyPr/>
        <a:lstStyle/>
        <a:p>
          <a:endParaRPr lang="en-US"/>
        </a:p>
      </dgm:t>
    </dgm:pt>
    <dgm:pt modelId="{F14D9FA0-A902-448F-A73F-7087FC4F8021}" type="sibTrans" cxnId="{2512F45B-C4E6-46B9-A7E2-75959546FECC}">
      <dgm:prSet/>
      <dgm:spPr/>
      <dgm:t>
        <a:bodyPr/>
        <a:lstStyle/>
        <a:p>
          <a:endParaRPr lang="en-US"/>
        </a:p>
      </dgm:t>
    </dgm:pt>
    <dgm:pt modelId="{C4B73AAC-8DAB-43B5-94C1-690A6670E6C8}">
      <dgm:prSet/>
      <dgm:spPr/>
      <dgm:t>
        <a:bodyPr/>
        <a:lstStyle/>
        <a:p>
          <a:r>
            <a:rPr lang="en-US" dirty="0"/>
            <a:t>Triangle-to-Wedge Ratio</a:t>
          </a:r>
        </a:p>
      </dgm:t>
    </dgm:pt>
    <dgm:pt modelId="{119122E2-3D56-4B33-BE68-3883663BF6E6}" type="parTrans" cxnId="{03434BE4-B2C4-4B8B-A8C0-5EA6820157BF}">
      <dgm:prSet/>
      <dgm:spPr/>
      <dgm:t>
        <a:bodyPr/>
        <a:lstStyle/>
        <a:p>
          <a:endParaRPr lang="en-US"/>
        </a:p>
      </dgm:t>
    </dgm:pt>
    <dgm:pt modelId="{820442B8-1B1E-461D-9D5C-0DBB4E80E3C3}" type="sibTrans" cxnId="{03434BE4-B2C4-4B8B-A8C0-5EA6820157BF}">
      <dgm:prSet/>
      <dgm:spPr/>
      <dgm:t>
        <a:bodyPr/>
        <a:lstStyle/>
        <a:p>
          <a:endParaRPr lang="en-US"/>
        </a:p>
      </dgm:t>
    </dgm:pt>
    <dgm:pt modelId="{C1DC6DDA-E3CD-404E-86D2-881268768850}">
      <dgm:prSet/>
      <dgm:spPr/>
      <dgm:t>
        <a:bodyPr/>
        <a:lstStyle/>
        <a:p>
          <a:r>
            <a:rPr lang="en-US" dirty="0"/>
            <a:t>Global Transitivity</a:t>
          </a:r>
        </a:p>
      </dgm:t>
    </dgm:pt>
    <dgm:pt modelId="{3512312A-DF8A-4C19-BA33-53AD0F79A119}" type="parTrans" cxnId="{08AFA9EC-1A42-4B9A-893E-5C1D469E3E87}">
      <dgm:prSet/>
      <dgm:spPr/>
      <dgm:t>
        <a:bodyPr/>
        <a:lstStyle/>
        <a:p>
          <a:endParaRPr lang="en-US"/>
        </a:p>
      </dgm:t>
    </dgm:pt>
    <dgm:pt modelId="{EBF7EB2D-43F7-42E5-A1DE-2A0D36E484CD}" type="sibTrans" cxnId="{08AFA9EC-1A42-4B9A-893E-5C1D469E3E87}">
      <dgm:prSet/>
      <dgm:spPr/>
      <dgm:t>
        <a:bodyPr/>
        <a:lstStyle/>
        <a:p>
          <a:endParaRPr lang="en-US"/>
        </a:p>
      </dgm:t>
    </dgm:pt>
    <dgm:pt modelId="{7CDE16E0-5883-4C00-8ABB-36154F57E69F}">
      <dgm:prSet/>
      <dgm:spPr/>
      <dgm:t>
        <a:bodyPr/>
        <a:lstStyle/>
        <a:p>
          <a:r>
            <a:rPr lang="en-US"/>
            <a:t>Cohesion Score</a:t>
          </a:r>
        </a:p>
      </dgm:t>
    </dgm:pt>
    <dgm:pt modelId="{0691130E-16A4-49C5-89C4-DD0199F6B9A8}" type="parTrans" cxnId="{D0EDF493-4BA4-413A-9327-952F412244C4}">
      <dgm:prSet/>
      <dgm:spPr/>
      <dgm:t>
        <a:bodyPr/>
        <a:lstStyle/>
        <a:p>
          <a:endParaRPr lang="en-US"/>
        </a:p>
      </dgm:t>
    </dgm:pt>
    <dgm:pt modelId="{E846BDEE-4B27-4949-A56A-6ADBD049F182}" type="sibTrans" cxnId="{D0EDF493-4BA4-413A-9327-952F412244C4}">
      <dgm:prSet/>
      <dgm:spPr/>
      <dgm:t>
        <a:bodyPr/>
        <a:lstStyle/>
        <a:p>
          <a:endParaRPr lang="en-US"/>
        </a:p>
      </dgm:t>
    </dgm:pt>
    <dgm:pt modelId="{080F2D43-02C5-46F2-9DD4-324A5E0C1A67}">
      <dgm:prSet custT="1"/>
      <dgm:spPr/>
      <dgm:t>
        <a:bodyPr/>
        <a:lstStyle/>
        <a:p>
          <a:r>
            <a:rPr lang="en-US" sz="1200" b="1" dirty="0"/>
            <a:t>Eccentricity Metrics</a:t>
          </a:r>
        </a:p>
      </dgm:t>
    </dgm:pt>
    <dgm:pt modelId="{C4CD8C8E-CFDC-4D95-A361-979CA1FCCF7F}" type="parTrans" cxnId="{740E640A-4EC2-4FCE-9C0A-CB6ABCDB0510}">
      <dgm:prSet/>
      <dgm:spPr/>
      <dgm:t>
        <a:bodyPr/>
        <a:lstStyle/>
        <a:p>
          <a:endParaRPr lang="en-US"/>
        </a:p>
      </dgm:t>
    </dgm:pt>
    <dgm:pt modelId="{0D144BF8-250E-46D5-ADF4-3980F346D463}" type="sibTrans" cxnId="{740E640A-4EC2-4FCE-9C0A-CB6ABCDB0510}">
      <dgm:prSet/>
      <dgm:spPr/>
      <dgm:t>
        <a:bodyPr/>
        <a:lstStyle/>
        <a:p>
          <a:endParaRPr lang="en-US"/>
        </a:p>
      </dgm:t>
    </dgm:pt>
    <dgm:pt modelId="{2196D8A3-AD31-4D07-BAC4-4A21FA48A91F}">
      <dgm:prSet/>
      <dgm:spPr/>
      <dgm:t>
        <a:bodyPr/>
        <a:lstStyle/>
        <a:p>
          <a:r>
            <a:rPr lang="en-US"/>
            <a:t>Diameter</a:t>
          </a:r>
        </a:p>
      </dgm:t>
    </dgm:pt>
    <dgm:pt modelId="{1BB03EE4-BBAF-459F-AE08-319D163BCE50}" type="parTrans" cxnId="{B87E9EFB-6AA6-4C2F-97BC-C207EF89999D}">
      <dgm:prSet/>
      <dgm:spPr/>
      <dgm:t>
        <a:bodyPr/>
        <a:lstStyle/>
        <a:p>
          <a:endParaRPr lang="en-US"/>
        </a:p>
      </dgm:t>
    </dgm:pt>
    <dgm:pt modelId="{DEED353A-CFA0-400B-A251-C1F1885E5978}" type="sibTrans" cxnId="{B87E9EFB-6AA6-4C2F-97BC-C207EF89999D}">
      <dgm:prSet/>
      <dgm:spPr/>
      <dgm:t>
        <a:bodyPr/>
        <a:lstStyle/>
        <a:p>
          <a:endParaRPr lang="en-US"/>
        </a:p>
      </dgm:t>
    </dgm:pt>
    <dgm:pt modelId="{E253CB51-009E-4941-9BDA-DAF2B3C16384}">
      <dgm:prSet/>
      <dgm:spPr/>
      <dgm:t>
        <a:bodyPr/>
        <a:lstStyle/>
        <a:p>
          <a:r>
            <a:rPr lang="en-US"/>
            <a:t>Radius</a:t>
          </a:r>
        </a:p>
      </dgm:t>
    </dgm:pt>
    <dgm:pt modelId="{AB67570E-54BD-4625-8C7B-592FECFABFB3}" type="parTrans" cxnId="{8304C255-D866-4354-A4EF-752598680A41}">
      <dgm:prSet/>
      <dgm:spPr/>
      <dgm:t>
        <a:bodyPr/>
        <a:lstStyle/>
        <a:p>
          <a:endParaRPr lang="en-US"/>
        </a:p>
      </dgm:t>
    </dgm:pt>
    <dgm:pt modelId="{F6F60115-563E-418C-9B5F-451DC786D48C}" type="sibTrans" cxnId="{8304C255-D866-4354-A4EF-752598680A41}">
      <dgm:prSet/>
      <dgm:spPr/>
      <dgm:t>
        <a:bodyPr/>
        <a:lstStyle/>
        <a:p>
          <a:endParaRPr lang="en-US"/>
        </a:p>
      </dgm:t>
    </dgm:pt>
    <dgm:pt modelId="{584670F6-418E-4F87-B3F4-F46F5F793633}">
      <dgm:prSet/>
      <dgm:spPr/>
      <dgm:t>
        <a:bodyPr/>
        <a:lstStyle/>
        <a:p>
          <a:r>
            <a:rPr lang="en-US"/>
            <a:t>Number of Center Vertices</a:t>
          </a:r>
        </a:p>
      </dgm:t>
    </dgm:pt>
    <dgm:pt modelId="{BFAFDBD5-0821-4CF8-A53D-592D4E3A9C4C}" type="parTrans" cxnId="{007F78BB-CAF8-4BF9-B1A7-54023923D15B}">
      <dgm:prSet/>
      <dgm:spPr/>
      <dgm:t>
        <a:bodyPr/>
        <a:lstStyle/>
        <a:p>
          <a:endParaRPr lang="en-US"/>
        </a:p>
      </dgm:t>
    </dgm:pt>
    <dgm:pt modelId="{82E94603-12E1-47D7-942D-5DBDFD3A31D6}" type="sibTrans" cxnId="{007F78BB-CAF8-4BF9-B1A7-54023923D15B}">
      <dgm:prSet/>
      <dgm:spPr/>
      <dgm:t>
        <a:bodyPr/>
        <a:lstStyle/>
        <a:p>
          <a:endParaRPr lang="en-US"/>
        </a:p>
      </dgm:t>
    </dgm:pt>
    <dgm:pt modelId="{04270550-8335-43E5-95A5-8F258A44D3A2}">
      <dgm:prSet/>
      <dgm:spPr/>
      <dgm:t>
        <a:bodyPr/>
        <a:lstStyle/>
        <a:p>
          <a:r>
            <a:rPr lang="en-US"/>
            <a:t>Center Vertices</a:t>
          </a:r>
        </a:p>
      </dgm:t>
    </dgm:pt>
    <dgm:pt modelId="{EEADC5D9-1995-497D-9719-B63A082E388C}" type="parTrans" cxnId="{90B9EE84-EA5B-44AA-90FD-BA858A69DEC9}">
      <dgm:prSet/>
      <dgm:spPr/>
      <dgm:t>
        <a:bodyPr/>
        <a:lstStyle/>
        <a:p>
          <a:endParaRPr lang="en-US"/>
        </a:p>
      </dgm:t>
    </dgm:pt>
    <dgm:pt modelId="{4620464D-932B-4CFF-930D-C9D80461F9D4}" type="sibTrans" cxnId="{90B9EE84-EA5B-44AA-90FD-BA858A69DEC9}">
      <dgm:prSet/>
      <dgm:spPr/>
      <dgm:t>
        <a:bodyPr/>
        <a:lstStyle/>
        <a:p>
          <a:endParaRPr lang="en-US"/>
        </a:p>
      </dgm:t>
    </dgm:pt>
    <dgm:pt modelId="{0463814C-DEBC-4D70-8EBF-9B7D3888C5F8}">
      <dgm:prSet/>
      <dgm:spPr/>
      <dgm:t>
        <a:bodyPr/>
        <a:lstStyle/>
        <a:p>
          <a:r>
            <a:rPr lang="en-US"/>
            <a:t>Number of Peripheral Vertices</a:t>
          </a:r>
        </a:p>
      </dgm:t>
    </dgm:pt>
    <dgm:pt modelId="{1E978344-884B-48AD-8729-B704D88551D0}" type="parTrans" cxnId="{43999D79-3965-4D06-B404-1A0770E39016}">
      <dgm:prSet/>
      <dgm:spPr/>
      <dgm:t>
        <a:bodyPr/>
        <a:lstStyle/>
        <a:p>
          <a:endParaRPr lang="en-US"/>
        </a:p>
      </dgm:t>
    </dgm:pt>
    <dgm:pt modelId="{0E0AFC75-184E-4F31-BC55-FA9A65AFC748}" type="sibTrans" cxnId="{43999D79-3965-4D06-B404-1A0770E39016}">
      <dgm:prSet/>
      <dgm:spPr/>
      <dgm:t>
        <a:bodyPr/>
        <a:lstStyle/>
        <a:p>
          <a:endParaRPr lang="en-US"/>
        </a:p>
      </dgm:t>
    </dgm:pt>
    <dgm:pt modelId="{99B1560B-54A3-4B29-A0DD-1B9A4D979218}">
      <dgm:prSet/>
      <dgm:spPr/>
      <dgm:t>
        <a:bodyPr/>
        <a:lstStyle/>
        <a:p>
          <a:r>
            <a:rPr lang="en-US"/>
            <a:t>Peripheral Vertices</a:t>
          </a:r>
        </a:p>
      </dgm:t>
    </dgm:pt>
    <dgm:pt modelId="{ED42D61A-605E-4D0F-BDC6-768BA2395738}" type="parTrans" cxnId="{E05FD8E5-EBB6-4766-BC79-8500B7D47FD3}">
      <dgm:prSet/>
      <dgm:spPr/>
      <dgm:t>
        <a:bodyPr/>
        <a:lstStyle/>
        <a:p>
          <a:endParaRPr lang="en-US"/>
        </a:p>
      </dgm:t>
    </dgm:pt>
    <dgm:pt modelId="{C0292FC9-7141-478F-962F-4D8743752501}" type="sibTrans" cxnId="{E05FD8E5-EBB6-4766-BC79-8500B7D47FD3}">
      <dgm:prSet/>
      <dgm:spPr/>
      <dgm:t>
        <a:bodyPr/>
        <a:lstStyle/>
        <a:p>
          <a:endParaRPr lang="en-US"/>
        </a:p>
      </dgm:t>
    </dgm:pt>
    <dgm:pt modelId="{CE00D221-1D1D-4295-A54C-A79E7C3C2CF7}">
      <dgm:prSet/>
      <dgm:spPr/>
      <dgm:t>
        <a:bodyPr/>
        <a:lstStyle/>
        <a:p>
          <a:r>
            <a:rPr lang="en-US"/>
            <a:t>Average Eccentricity</a:t>
          </a:r>
        </a:p>
      </dgm:t>
    </dgm:pt>
    <dgm:pt modelId="{D8B974FB-1DED-48C3-93DE-862D67BED0C3}" type="parTrans" cxnId="{F4A05515-A282-4383-B0A3-7FFBC9A7DD6B}">
      <dgm:prSet/>
      <dgm:spPr/>
      <dgm:t>
        <a:bodyPr/>
        <a:lstStyle/>
        <a:p>
          <a:endParaRPr lang="en-US"/>
        </a:p>
      </dgm:t>
    </dgm:pt>
    <dgm:pt modelId="{2323E9B0-B37C-4F3F-92A8-B25B9CB6A01D}" type="sibTrans" cxnId="{F4A05515-A282-4383-B0A3-7FFBC9A7DD6B}">
      <dgm:prSet/>
      <dgm:spPr/>
      <dgm:t>
        <a:bodyPr/>
        <a:lstStyle/>
        <a:p>
          <a:endParaRPr lang="en-US"/>
        </a:p>
      </dgm:t>
    </dgm:pt>
    <dgm:pt modelId="{D53F03C1-223A-456D-B1C8-6F07B0F1CFFA}">
      <dgm:prSet/>
      <dgm:spPr/>
      <dgm:t>
        <a:bodyPr/>
        <a:lstStyle/>
        <a:p>
          <a:r>
            <a:rPr lang="en-US"/>
            <a:t>Core Eccentricity</a:t>
          </a:r>
        </a:p>
      </dgm:t>
    </dgm:pt>
    <dgm:pt modelId="{4B949AC2-EA14-4DEA-A01C-9C4EE5355D54}" type="parTrans" cxnId="{F0D6A90E-0602-49DB-9C32-9745DD512DE1}">
      <dgm:prSet/>
      <dgm:spPr/>
      <dgm:t>
        <a:bodyPr/>
        <a:lstStyle/>
        <a:p>
          <a:endParaRPr lang="en-US"/>
        </a:p>
      </dgm:t>
    </dgm:pt>
    <dgm:pt modelId="{9D635A5D-5787-4104-89B0-C54F9B31E11C}" type="sibTrans" cxnId="{F0D6A90E-0602-49DB-9C32-9745DD512DE1}">
      <dgm:prSet/>
      <dgm:spPr/>
      <dgm:t>
        <a:bodyPr/>
        <a:lstStyle/>
        <a:p>
          <a:endParaRPr lang="en-US"/>
        </a:p>
      </dgm:t>
    </dgm:pt>
    <dgm:pt modelId="{F4D2C461-2A4A-457D-BBF7-67DED2CD6FB6}">
      <dgm:prSet custT="1"/>
      <dgm:spPr/>
      <dgm:t>
        <a:bodyPr/>
        <a:lstStyle/>
        <a:p>
          <a:r>
            <a:rPr lang="en-US" sz="1200" b="1" dirty="0"/>
            <a:t>Distribution Statistics</a:t>
          </a:r>
        </a:p>
      </dgm:t>
    </dgm:pt>
    <dgm:pt modelId="{C10441B4-0B5F-47F8-A7AD-0C578E9C4CA7}" type="parTrans" cxnId="{F93B2B1E-30BA-4928-9E92-663609F6F70A}">
      <dgm:prSet/>
      <dgm:spPr/>
      <dgm:t>
        <a:bodyPr/>
        <a:lstStyle/>
        <a:p>
          <a:endParaRPr lang="en-US"/>
        </a:p>
      </dgm:t>
    </dgm:pt>
    <dgm:pt modelId="{39510B92-ED5C-4760-86AE-CB97184202CA}" type="sibTrans" cxnId="{F93B2B1E-30BA-4928-9E92-663609F6F70A}">
      <dgm:prSet/>
      <dgm:spPr/>
      <dgm:t>
        <a:bodyPr/>
        <a:lstStyle/>
        <a:p>
          <a:endParaRPr lang="en-US"/>
        </a:p>
      </dgm:t>
    </dgm:pt>
    <dgm:pt modelId="{47090F01-2D13-457B-A319-82DDB5E65FD0}">
      <dgm:prSet/>
      <dgm:spPr/>
      <dgm:t>
        <a:bodyPr/>
        <a:lstStyle/>
        <a:p>
          <a:r>
            <a:rPr lang="en-US"/>
            <a:t>Degree Distribution</a:t>
          </a:r>
        </a:p>
      </dgm:t>
    </dgm:pt>
    <dgm:pt modelId="{CCC11800-92BD-4412-A4F2-A8078B266F2F}" type="parTrans" cxnId="{953F45A9-1932-4F9A-BBB5-8C537C301890}">
      <dgm:prSet/>
      <dgm:spPr/>
      <dgm:t>
        <a:bodyPr/>
        <a:lstStyle/>
        <a:p>
          <a:endParaRPr lang="en-US"/>
        </a:p>
      </dgm:t>
    </dgm:pt>
    <dgm:pt modelId="{2A32263D-0736-4A1B-8A81-E13EFCD9481C}" type="sibTrans" cxnId="{953F45A9-1932-4F9A-BBB5-8C537C301890}">
      <dgm:prSet/>
      <dgm:spPr/>
      <dgm:t>
        <a:bodyPr/>
        <a:lstStyle/>
        <a:p>
          <a:endParaRPr lang="en-US"/>
        </a:p>
      </dgm:t>
    </dgm:pt>
    <dgm:pt modelId="{41B11A2F-C8E8-480A-ACF5-286E6539D3B2}">
      <dgm:prSet/>
      <dgm:spPr/>
      <dgm:t>
        <a:bodyPr/>
        <a:lstStyle/>
        <a:p>
          <a:r>
            <a:rPr lang="en-US" dirty="0"/>
            <a:t>Mean</a:t>
          </a:r>
        </a:p>
      </dgm:t>
    </dgm:pt>
    <dgm:pt modelId="{C1C314C1-C07A-4BBB-8866-9D75615E1331}" type="parTrans" cxnId="{5864466F-C5AB-4EFD-A9A5-EB3A89CE71A0}">
      <dgm:prSet/>
      <dgm:spPr/>
      <dgm:t>
        <a:bodyPr/>
        <a:lstStyle/>
        <a:p>
          <a:endParaRPr lang="en-US"/>
        </a:p>
      </dgm:t>
    </dgm:pt>
    <dgm:pt modelId="{52CC2748-C44B-443F-BA53-64BDF2C847FB}" type="sibTrans" cxnId="{5864466F-C5AB-4EFD-A9A5-EB3A89CE71A0}">
      <dgm:prSet/>
      <dgm:spPr/>
      <dgm:t>
        <a:bodyPr/>
        <a:lstStyle/>
        <a:p>
          <a:endParaRPr lang="en-US"/>
        </a:p>
      </dgm:t>
    </dgm:pt>
    <dgm:pt modelId="{9F3EF636-430D-4517-9DB0-4199A7770CF1}">
      <dgm:prSet/>
      <dgm:spPr/>
      <dgm:t>
        <a:bodyPr/>
        <a:lstStyle/>
        <a:p>
          <a:r>
            <a:rPr lang="en-US"/>
            <a:t>Median</a:t>
          </a:r>
        </a:p>
      </dgm:t>
    </dgm:pt>
    <dgm:pt modelId="{36F8487A-4AFB-44C9-8704-D26659DB9834}" type="parTrans" cxnId="{1AB109D9-9CA9-4DA1-88EC-504ABFDF414B}">
      <dgm:prSet/>
      <dgm:spPr/>
      <dgm:t>
        <a:bodyPr/>
        <a:lstStyle/>
        <a:p>
          <a:endParaRPr lang="en-US"/>
        </a:p>
      </dgm:t>
    </dgm:pt>
    <dgm:pt modelId="{35344282-EB74-40E9-B14A-D2D432644470}" type="sibTrans" cxnId="{1AB109D9-9CA9-4DA1-88EC-504ABFDF414B}">
      <dgm:prSet/>
      <dgm:spPr/>
      <dgm:t>
        <a:bodyPr/>
        <a:lstStyle/>
        <a:p>
          <a:endParaRPr lang="en-US"/>
        </a:p>
      </dgm:t>
    </dgm:pt>
    <dgm:pt modelId="{4012024A-B25B-440A-A0DD-60542F5BB35C}">
      <dgm:prSet/>
      <dgm:spPr/>
      <dgm:t>
        <a:bodyPr/>
        <a:lstStyle/>
        <a:p>
          <a:r>
            <a:rPr lang="en-US"/>
            <a:t>Standard Deviation</a:t>
          </a:r>
        </a:p>
      </dgm:t>
    </dgm:pt>
    <dgm:pt modelId="{631BC9D5-42AE-462D-9A68-88C646760021}" type="parTrans" cxnId="{745B9169-2CB3-4139-8853-AF73606DE40B}">
      <dgm:prSet/>
      <dgm:spPr/>
      <dgm:t>
        <a:bodyPr/>
        <a:lstStyle/>
        <a:p>
          <a:endParaRPr lang="en-US"/>
        </a:p>
      </dgm:t>
    </dgm:pt>
    <dgm:pt modelId="{5BEFCAA5-B643-46DE-A31B-7AC43228F137}" type="sibTrans" cxnId="{745B9169-2CB3-4139-8853-AF73606DE40B}">
      <dgm:prSet/>
      <dgm:spPr/>
      <dgm:t>
        <a:bodyPr/>
        <a:lstStyle/>
        <a:p>
          <a:endParaRPr lang="en-US"/>
        </a:p>
      </dgm:t>
    </dgm:pt>
    <dgm:pt modelId="{DBAB5FD0-7ED5-44FC-B829-3282A6A9292C}">
      <dgm:prSet/>
      <dgm:spPr/>
      <dgm:t>
        <a:bodyPr/>
        <a:lstStyle/>
        <a:p>
          <a:r>
            <a:rPr lang="en-US"/>
            <a:t>Skewness</a:t>
          </a:r>
        </a:p>
      </dgm:t>
    </dgm:pt>
    <dgm:pt modelId="{5BE053EE-81DC-4EA0-B7B2-74C2687F3034}" type="parTrans" cxnId="{F8DEED12-8C20-4927-9B5A-6F5249AE63C7}">
      <dgm:prSet/>
      <dgm:spPr/>
      <dgm:t>
        <a:bodyPr/>
        <a:lstStyle/>
        <a:p>
          <a:endParaRPr lang="en-US"/>
        </a:p>
      </dgm:t>
    </dgm:pt>
    <dgm:pt modelId="{3C51B591-3E1C-463D-932E-AF115F61A44A}" type="sibTrans" cxnId="{F8DEED12-8C20-4927-9B5A-6F5249AE63C7}">
      <dgm:prSet/>
      <dgm:spPr/>
      <dgm:t>
        <a:bodyPr/>
        <a:lstStyle/>
        <a:p>
          <a:endParaRPr lang="en-US"/>
        </a:p>
      </dgm:t>
    </dgm:pt>
    <dgm:pt modelId="{80840CDF-308C-42CD-B1A0-A4FE3364F2C7}">
      <dgm:prSet/>
      <dgm:spPr/>
      <dgm:t>
        <a:bodyPr/>
        <a:lstStyle/>
        <a:p>
          <a:r>
            <a:rPr lang="en-US"/>
            <a:t>Kurtosis</a:t>
          </a:r>
        </a:p>
      </dgm:t>
    </dgm:pt>
    <dgm:pt modelId="{6D7ED540-1B93-458E-8EB1-5B63CBA3B3A1}" type="parTrans" cxnId="{39FD2475-A151-441F-8AE3-640794F2B18A}">
      <dgm:prSet/>
      <dgm:spPr/>
      <dgm:t>
        <a:bodyPr/>
        <a:lstStyle/>
        <a:p>
          <a:endParaRPr lang="en-US"/>
        </a:p>
      </dgm:t>
    </dgm:pt>
    <dgm:pt modelId="{88CB31FB-1086-40BF-8D71-BF36E83DA341}" type="sibTrans" cxnId="{39FD2475-A151-441F-8AE3-640794F2B18A}">
      <dgm:prSet/>
      <dgm:spPr/>
      <dgm:t>
        <a:bodyPr/>
        <a:lstStyle/>
        <a:p>
          <a:endParaRPr lang="en-US"/>
        </a:p>
      </dgm:t>
    </dgm:pt>
    <dgm:pt modelId="{2A69B724-5984-40EC-BF80-2D28F0AB21E6}">
      <dgm:prSet/>
      <dgm:spPr/>
      <dgm:t>
        <a:bodyPr/>
        <a:lstStyle/>
        <a:p>
          <a:r>
            <a:rPr lang="en-US"/>
            <a:t>Key Percentiles (25</a:t>
          </a:r>
          <a:r>
            <a:rPr lang="en-US" baseline="30000"/>
            <a:t>th</a:t>
          </a:r>
          <a:r>
            <a:rPr lang="en-US"/>
            <a:t> , 50</a:t>
          </a:r>
          <a:r>
            <a:rPr lang="en-US" baseline="30000"/>
            <a:t>th</a:t>
          </a:r>
          <a:r>
            <a:rPr lang="en-US"/>
            <a:t> , 75</a:t>
          </a:r>
          <a:r>
            <a:rPr lang="en-US" baseline="30000"/>
            <a:t>th</a:t>
          </a:r>
          <a:r>
            <a:rPr lang="en-US"/>
            <a:t> , 90</a:t>
          </a:r>
          <a:r>
            <a:rPr lang="en-US" baseline="30000"/>
            <a:t>th</a:t>
          </a:r>
          <a:r>
            <a:rPr lang="en-US"/>
            <a:t>)</a:t>
          </a:r>
        </a:p>
      </dgm:t>
    </dgm:pt>
    <dgm:pt modelId="{71A3C665-827D-4276-94D8-A83B2CE74629}" type="parTrans" cxnId="{9A87B0A3-5994-4DD5-A453-E06ECF7550B0}">
      <dgm:prSet/>
      <dgm:spPr/>
      <dgm:t>
        <a:bodyPr/>
        <a:lstStyle/>
        <a:p>
          <a:endParaRPr lang="en-US"/>
        </a:p>
      </dgm:t>
    </dgm:pt>
    <dgm:pt modelId="{967FA56A-FA79-47E6-B8E0-4788B0EDEB3E}" type="sibTrans" cxnId="{9A87B0A3-5994-4DD5-A453-E06ECF7550B0}">
      <dgm:prSet/>
      <dgm:spPr/>
      <dgm:t>
        <a:bodyPr/>
        <a:lstStyle/>
        <a:p>
          <a:endParaRPr lang="en-US"/>
        </a:p>
      </dgm:t>
    </dgm:pt>
    <dgm:pt modelId="{1828E4CD-A971-47A1-8FBA-8B060675F2A9}">
      <dgm:prSet/>
      <dgm:spPr/>
      <dgm:t>
        <a:bodyPr/>
        <a:lstStyle/>
        <a:p>
          <a:r>
            <a:rPr lang="en-US" dirty="0"/>
            <a:t>Triangle Distribution</a:t>
          </a:r>
        </a:p>
      </dgm:t>
    </dgm:pt>
    <dgm:pt modelId="{F5154341-9095-4F07-B370-1FD808A70D71}" type="parTrans" cxnId="{13494D22-6B4C-4CEA-9D48-E4EF4FD0023D}">
      <dgm:prSet/>
      <dgm:spPr/>
      <dgm:t>
        <a:bodyPr/>
        <a:lstStyle/>
        <a:p>
          <a:endParaRPr lang="en-US"/>
        </a:p>
      </dgm:t>
    </dgm:pt>
    <dgm:pt modelId="{4132CA91-6FC2-476E-A829-BD493E5792A3}" type="sibTrans" cxnId="{13494D22-6B4C-4CEA-9D48-E4EF4FD0023D}">
      <dgm:prSet/>
      <dgm:spPr/>
      <dgm:t>
        <a:bodyPr/>
        <a:lstStyle/>
        <a:p>
          <a:endParaRPr lang="en-US"/>
        </a:p>
      </dgm:t>
    </dgm:pt>
    <dgm:pt modelId="{FBF8F2E8-B9F4-4C6A-B301-DED501B97BD1}">
      <dgm:prSet/>
      <dgm:spPr/>
      <dgm:t>
        <a:bodyPr/>
        <a:lstStyle/>
        <a:p>
          <a:r>
            <a:rPr lang="en-US"/>
            <a:t>Mean</a:t>
          </a:r>
        </a:p>
      </dgm:t>
    </dgm:pt>
    <dgm:pt modelId="{153397B7-3A4B-41F9-8D49-A47F8DA44919}" type="parTrans" cxnId="{1DBE70F8-4FF1-450F-90D8-3F8B6EAEFC25}">
      <dgm:prSet/>
      <dgm:spPr/>
      <dgm:t>
        <a:bodyPr/>
        <a:lstStyle/>
        <a:p>
          <a:endParaRPr lang="en-US"/>
        </a:p>
      </dgm:t>
    </dgm:pt>
    <dgm:pt modelId="{40C258B9-FCE4-45AE-9DD0-0AA6422846F2}" type="sibTrans" cxnId="{1DBE70F8-4FF1-450F-90D8-3F8B6EAEFC25}">
      <dgm:prSet/>
      <dgm:spPr/>
      <dgm:t>
        <a:bodyPr/>
        <a:lstStyle/>
        <a:p>
          <a:endParaRPr lang="en-US"/>
        </a:p>
      </dgm:t>
    </dgm:pt>
    <dgm:pt modelId="{AECC34FF-BAB0-4319-B4A4-EF533C0AA35F}">
      <dgm:prSet/>
      <dgm:spPr/>
      <dgm:t>
        <a:bodyPr/>
        <a:lstStyle/>
        <a:p>
          <a:r>
            <a:rPr lang="en-US"/>
            <a:t>Median</a:t>
          </a:r>
        </a:p>
      </dgm:t>
    </dgm:pt>
    <dgm:pt modelId="{1E09B1D2-2B54-4EE4-B954-126E464BCB86}" type="parTrans" cxnId="{61A1DB2C-ABD1-4F4A-B6DF-0A3E3BFB5609}">
      <dgm:prSet/>
      <dgm:spPr/>
      <dgm:t>
        <a:bodyPr/>
        <a:lstStyle/>
        <a:p>
          <a:endParaRPr lang="en-US"/>
        </a:p>
      </dgm:t>
    </dgm:pt>
    <dgm:pt modelId="{54E8360C-856B-40D8-9187-A1702F6F2FA1}" type="sibTrans" cxnId="{61A1DB2C-ABD1-4F4A-B6DF-0A3E3BFB5609}">
      <dgm:prSet/>
      <dgm:spPr/>
      <dgm:t>
        <a:bodyPr/>
        <a:lstStyle/>
        <a:p>
          <a:endParaRPr lang="en-US"/>
        </a:p>
      </dgm:t>
    </dgm:pt>
    <dgm:pt modelId="{393631F7-A849-4F06-9171-8699569B49EA}">
      <dgm:prSet/>
      <dgm:spPr/>
      <dgm:t>
        <a:bodyPr/>
        <a:lstStyle/>
        <a:p>
          <a:r>
            <a:rPr lang="en-US"/>
            <a:t>Standard Deviation</a:t>
          </a:r>
        </a:p>
      </dgm:t>
    </dgm:pt>
    <dgm:pt modelId="{B512E229-6B63-4A90-9331-4AEF3AF8CB42}" type="parTrans" cxnId="{074951D6-531B-4562-93A7-9E860052B987}">
      <dgm:prSet/>
      <dgm:spPr/>
      <dgm:t>
        <a:bodyPr/>
        <a:lstStyle/>
        <a:p>
          <a:endParaRPr lang="en-US"/>
        </a:p>
      </dgm:t>
    </dgm:pt>
    <dgm:pt modelId="{01024B17-7FE7-453F-AE0B-094C93DD4F82}" type="sibTrans" cxnId="{074951D6-531B-4562-93A7-9E860052B987}">
      <dgm:prSet/>
      <dgm:spPr/>
      <dgm:t>
        <a:bodyPr/>
        <a:lstStyle/>
        <a:p>
          <a:endParaRPr lang="en-US"/>
        </a:p>
      </dgm:t>
    </dgm:pt>
    <dgm:pt modelId="{BAD75D79-2841-43CD-ADEC-D0D7B55F90AC}">
      <dgm:prSet/>
      <dgm:spPr/>
      <dgm:t>
        <a:bodyPr/>
        <a:lstStyle/>
        <a:p>
          <a:r>
            <a:rPr lang="en-US"/>
            <a:t>Skewness</a:t>
          </a:r>
        </a:p>
      </dgm:t>
    </dgm:pt>
    <dgm:pt modelId="{39D244A8-88A1-4E90-8E7C-7608A5CE482F}" type="parTrans" cxnId="{2856B4B0-6B15-4C1F-828E-74BD31489939}">
      <dgm:prSet/>
      <dgm:spPr/>
      <dgm:t>
        <a:bodyPr/>
        <a:lstStyle/>
        <a:p>
          <a:endParaRPr lang="en-US"/>
        </a:p>
      </dgm:t>
    </dgm:pt>
    <dgm:pt modelId="{2BBA6E51-BD83-40F8-9345-23F9ABCFF606}" type="sibTrans" cxnId="{2856B4B0-6B15-4C1F-828E-74BD31489939}">
      <dgm:prSet/>
      <dgm:spPr/>
      <dgm:t>
        <a:bodyPr/>
        <a:lstStyle/>
        <a:p>
          <a:endParaRPr lang="en-US"/>
        </a:p>
      </dgm:t>
    </dgm:pt>
    <dgm:pt modelId="{26058301-D9F8-4ED5-86EF-B226841596E6}">
      <dgm:prSet/>
      <dgm:spPr/>
      <dgm:t>
        <a:bodyPr/>
        <a:lstStyle/>
        <a:p>
          <a:r>
            <a:rPr lang="en-US"/>
            <a:t>Kurtosis</a:t>
          </a:r>
        </a:p>
      </dgm:t>
    </dgm:pt>
    <dgm:pt modelId="{D413AB94-8E17-4260-9819-4DBE109D5EE1}" type="parTrans" cxnId="{149661FC-5098-4D6C-A186-308A99BAA03C}">
      <dgm:prSet/>
      <dgm:spPr/>
      <dgm:t>
        <a:bodyPr/>
        <a:lstStyle/>
        <a:p>
          <a:endParaRPr lang="en-US"/>
        </a:p>
      </dgm:t>
    </dgm:pt>
    <dgm:pt modelId="{FCD00576-14D6-480D-835E-DCF14CAF8261}" type="sibTrans" cxnId="{149661FC-5098-4D6C-A186-308A99BAA03C}">
      <dgm:prSet/>
      <dgm:spPr/>
      <dgm:t>
        <a:bodyPr/>
        <a:lstStyle/>
        <a:p>
          <a:endParaRPr lang="en-US"/>
        </a:p>
      </dgm:t>
    </dgm:pt>
    <dgm:pt modelId="{9E4C6DB0-1AEF-4451-B376-C065FAA88DA1}">
      <dgm:prSet/>
      <dgm:spPr/>
      <dgm:t>
        <a:bodyPr/>
        <a:lstStyle/>
        <a:p>
          <a:r>
            <a:rPr lang="en-US"/>
            <a:t>Key Percentiles</a:t>
          </a:r>
        </a:p>
      </dgm:t>
    </dgm:pt>
    <dgm:pt modelId="{57334371-FED7-4C7E-A5CC-FF0FE0592C78}" type="parTrans" cxnId="{0A127811-CB17-4E52-A05C-2F396FF8B52A}">
      <dgm:prSet/>
      <dgm:spPr/>
      <dgm:t>
        <a:bodyPr/>
        <a:lstStyle/>
        <a:p>
          <a:endParaRPr lang="en-US"/>
        </a:p>
      </dgm:t>
    </dgm:pt>
    <dgm:pt modelId="{C3D217FD-9BF1-446F-B949-E4BE62EA1565}" type="sibTrans" cxnId="{0A127811-CB17-4E52-A05C-2F396FF8B52A}">
      <dgm:prSet/>
      <dgm:spPr/>
      <dgm:t>
        <a:bodyPr/>
        <a:lstStyle/>
        <a:p>
          <a:endParaRPr lang="en-US"/>
        </a:p>
      </dgm:t>
    </dgm:pt>
    <dgm:pt modelId="{E3B47762-855B-4525-BD58-C4BA0D9F94E8}">
      <dgm:prSet/>
      <dgm:spPr/>
      <dgm:t>
        <a:bodyPr/>
        <a:lstStyle/>
        <a:p>
          <a:r>
            <a:rPr lang="en-US"/>
            <a:t>Degree Variance</a:t>
          </a:r>
        </a:p>
      </dgm:t>
    </dgm:pt>
    <dgm:pt modelId="{7B0EDECC-9DDE-4191-B3A1-2A7E1885B402}" type="parTrans" cxnId="{6E9579A3-1848-43E5-947D-AFD65AE24C8A}">
      <dgm:prSet/>
      <dgm:spPr/>
      <dgm:t>
        <a:bodyPr/>
        <a:lstStyle/>
        <a:p>
          <a:endParaRPr lang="en-US"/>
        </a:p>
      </dgm:t>
    </dgm:pt>
    <dgm:pt modelId="{6485C6C5-B8B6-43E5-B776-FA8D4A6BF5EA}" type="sibTrans" cxnId="{6E9579A3-1848-43E5-947D-AFD65AE24C8A}">
      <dgm:prSet/>
      <dgm:spPr/>
      <dgm:t>
        <a:bodyPr/>
        <a:lstStyle/>
        <a:p>
          <a:endParaRPr lang="en-US"/>
        </a:p>
      </dgm:t>
    </dgm:pt>
    <dgm:pt modelId="{DE71F5DB-28DB-42B8-BD81-F7BC36246C06}">
      <dgm:prSet/>
      <dgm:spPr/>
      <dgm:t>
        <a:bodyPr/>
        <a:lstStyle/>
        <a:p>
          <a:r>
            <a:rPr lang="en-US"/>
            <a:t>Degree Skewness</a:t>
          </a:r>
        </a:p>
      </dgm:t>
    </dgm:pt>
    <dgm:pt modelId="{636F465F-781C-4CC7-9475-83E45FE6E309}" type="parTrans" cxnId="{D00FB85D-3F32-48EF-92AD-6EAB28A12A4D}">
      <dgm:prSet/>
      <dgm:spPr/>
      <dgm:t>
        <a:bodyPr/>
        <a:lstStyle/>
        <a:p>
          <a:endParaRPr lang="en-US"/>
        </a:p>
      </dgm:t>
    </dgm:pt>
    <dgm:pt modelId="{53C5F0DB-F353-4509-B312-A67410449017}" type="sibTrans" cxnId="{D00FB85D-3F32-48EF-92AD-6EAB28A12A4D}">
      <dgm:prSet/>
      <dgm:spPr/>
      <dgm:t>
        <a:bodyPr/>
        <a:lstStyle/>
        <a:p>
          <a:endParaRPr lang="en-US"/>
        </a:p>
      </dgm:t>
    </dgm:pt>
    <dgm:pt modelId="{E49A4639-ADCD-44D3-86F9-7E9A4F63716A}">
      <dgm:prSet/>
      <dgm:spPr/>
      <dgm:t>
        <a:bodyPr/>
        <a:lstStyle/>
        <a:p>
          <a:r>
            <a:rPr lang="en-US"/>
            <a:t>Degree Second Moment</a:t>
          </a:r>
        </a:p>
      </dgm:t>
    </dgm:pt>
    <dgm:pt modelId="{B039CA1B-D503-4D45-BD8D-588E7734F83C}" type="parTrans" cxnId="{F9EEFB23-B557-4AC5-8AF2-3BB704D7F708}">
      <dgm:prSet/>
      <dgm:spPr/>
      <dgm:t>
        <a:bodyPr/>
        <a:lstStyle/>
        <a:p>
          <a:endParaRPr lang="en-US"/>
        </a:p>
      </dgm:t>
    </dgm:pt>
    <dgm:pt modelId="{A9C30687-FDCE-4C7C-A2D6-47D6F3CBEAAA}" type="sibTrans" cxnId="{F9EEFB23-B557-4AC5-8AF2-3BB704D7F708}">
      <dgm:prSet/>
      <dgm:spPr/>
      <dgm:t>
        <a:bodyPr/>
        <a:lstStyle/>
        <a:p>
          <a:endParaRPr lang="en-US"/>
        </a:p>
      </dgm:t>
    </dgm:pt>
    <dgm:pt modelId="{887CD94A-C544-4A26-8260-FFF27B8F47CB}">
      <dgm:prSet/>
      <dgm:spPr/>
      <dgm:t>
        <a:bodyPr/>
        <a:lstStyle/>
        <a:p>
          <a:r>
            <a:rPr lang="en-US"/>
            <a:t>Assortativity</a:t>
          </a:r>
        </a:p>
      </dgm:t>
    </dgm:pt>
    <dgm:pt modelId="{3505C3A0-61EB-4E55-AEC1-86A9A359CECD}" type="parTrans" cxnId="{6860582C-27B2-4DB8-86AA-59C88FD05979}">
      <dgm:prSet/>
      <dgm:spPr/>
      <dgm:t>
        <a:bodyPr/>
        <a:lstStyle/>
        <a:p>
          <a:endParaRPr lang="en-US"/>
        </a:p>
      </dgm:t>
    </dgm:pt>
    <dgm:pt modelId="{D82D1929-DB1D-4B7D-B544-BFD1226DAC33}" type="sibTrans" cxnId="{6860582C-27B2-4DB8-86AA-59C88FD05979}">
      <dgm:prSet/>
      <dgm:spPr/>
      <dgm:t>
        <a:bodyPr/>
        <a:lstStyle/>
        <a:p>
          <a:endParaRPr lang="en-US"/>
        </a:p>
      </dgm:t>
    </dgm:pt>
    <dgm:pt modelId="{AFA16A3A-975A-4314-A32E-1E0A4327AEAF}">
      <dgm:prSet/>
      <dgm:spPr/>
      <dgm:t>
        <a:bodyPr/>
        <a:lstStyle/>
        <a:p>
          <a:r>
            <a:rPr lang="en-US"/>
            <a:t>Path Distribution</a:t>
          </a:r>
        </a:p>
      </dgm:t>
    </dgm:pt>
    <dgm:pt modelId="{F1C91F04-2BBA-481B-8E14-CAB17A24A3A5}" type="parTrans" cxnId="{D337F73D-296C-4C1A-8917-80E219A78C5C}">
      <dgm:prSet/>
      <dgm:spPr/>
      <dgm:t>
        <a:bodyPr/>
        <a:lstStyle/>
        <a:p>
          <a:endParaRPr lang="en-US"/>
        </a:p>
      </dgm:t>
    </dgm:pt>
    <dgm:pt modelId="{A8936898-67D7-45FE-918D-DA249B127AB0}" type="sibTrans" cxnId="{D337F73D-296C-4C1A-8917-80E219A78C5C}">
      <dgm:prSet/>
      <dgm:spPr/>
      <dgm:t>
        <a:bodyPr/>
        <a:lstStyle/>
        <a:p>
          <a:endParaRPr lang="en-US"/>
        </a:p>
      </dgm:t>
    </dgm:pt>
    <dgm:pt modelId="{2F5A547F-389B-4599-A793-7382821F072A}">
      <dgm:prSet/>
      <dgm:spPr/>
      <dgm:t>
        <a:bodyPr/>
        <a:lstStyle/>
        <a:p>
          <a:r>
            <a:rPr lang="en-US"/>
            <a:t>Average Path Length</a:t>
          </a:r>
        </a:p>
      </dgm:t>
    </dgm:pt>
    <dgm:pt modelId="{FAD91605-54CB-45DF-B59F-E85892956928}" type="parTrans" cxnId="{3C4276BC-78F7-4E7C-9879-9F357157AB2D}">
      <dgm:prSet/>
      <dgm:spPr/>
      <dgm:t>
        <a:bodyPr/>
        <a:lstStyle/>
        <a:p>
          <a:endParaRPr lang="en-US"/>
        </a:p>
      </dgm:t>
    </dgm:pt>
    <dgm:pt modelId="{67E71D59-9089-4E13-9797-C9A2CB01EFB6}" type="sibTrans" cxnId="{3C4276BC-78F7-4E7C-9879-9F357157AB2D}">
      <dgm:prSet/>
      <dgm:spPr/>
      <dgm:t>
        <a:bodyPr/>
        <a:lstStyle/>
        <a:p>
          <a:endParaRPr lang="en-US"/>
        </a:p>
      </dgm:t>
    </dgm:pt>
    <dgm:pt modelId="{95BB1E5C-3EBF-4C74-A315-993FFB348DBB}">
      <dgm:prSet/>
      <dgm:spPr/>
      <dgm:t>
        <a:bodyPr/>
        <a:lstStyle/>
        <a:p>
          <a:r>
            <a:rPr lang="en-US"/>
            <a:t>Effective Diameter</a:t>
          </a:r>
        </a:p>
      </dgm:t>
    </dgm:pt>
    <dgm:pt modelId="{3EF1E4DA-7464-4C99-9C26-36108DA90575}" type="parTrans" cxnId="{C1177B94-A79C-47FA-A249-87FEAE0FE1AA}">
      <dgm:prSet/>
      <dgm:spPr/>
      <dgm:t>
        <a:bodyPr/>
        <a:lstStyle/>
        <a:p>
          <a:endParaRPr lang="en-US"/>
        </a:p>
      </dgm:t>
    </dgm:pt>
    <dgm:pt modelId="{CF532A70-694E-4BD1-86FB-334184834EDB}" type="sibTrans" cxnId="{C1177B94-A79C-47FA-A249-87FEAE0FE1AA}">
      <dgm:prSet/>
      <dgm:spPr/>
      <dgm:t>
        <a:bodyPr/>
        <a:lstStyle/>
        <a:p>
          <a:endParaRPr lang="en-US"/>
        </a:p>
      </dgm:t>
    </dgm:pt>
    <dgm:pt modelId="{4C3CE386-92C0-42C8-8251-F64DF1799110}">
      <dgm:prSet/>
      <dgm:spPr/>
      <dgm:t>
        <a:bodyPr/>
        <a:lstStyle/>
        <a:p>
          <a:r>
            <a:rPr lang="en-US"/>
            <a:t>Reachability Ratio</a:t>
          </a:r>
        </a:p>
      </dgm:t>
    </dgm:pt>
    <dgm:pt modelId="{1A201762-1C49-4809-8E36-C41A7E3B8471}" type="parTrans" cxnId="{7FFF0B11-642F-4461-A9C7-2D1EB2C72B1F}">
      <dgm:prSet/>
      <dgm:spPr/>
      <dgm:t>
        <a:bodyPr/>
        <a:lstStyle/>
        <a:p>
          <a:endParaRPr lang="en-US"/>
        </a:p>
      </dgm:t>
    </dgm:pt>
    <dgm:pt modelId="{7DB77110-728C-429E-ABD3-7952012481D3}" type="sibTrans" cxnId="{7FFF0B11-642F-4461-A9C7-2D1EB2C72B1F}">
      <dgm:prSet/>
      <dgm:spPr/>
      <dgm:t>
        <a:bodyPr/>
        <a:lstStyle/>
        <a:p>
          <a:endParaRPr lang="en-US"/>
        </a:p>
      </dgm:t>
    </dgm:pt>
    <dgm:pt modelId="{E0ED4376-A914-47B1-882A-C2401667C808}">
      <dgm:prSet custT="1"/>
      <dgm:spPr/>
      <dgm:t>
        <a:bodyPr/>
        <a:lstStyle/>
        <a:p>
          <a:r>
            <a:rPr lang="en-US" sz="1200" b="1" dirty="0"/>
            <a:t>Spectral Metrics</a:t>
          </a:r>
        </a:p>
      </dgm:t>
    </dgm:pt>
    <dgm:pt modelId="{11A35639-C565-4333-A34A-A50B8E286EDB}" type="parTrans" cxnId="{A5CD62CF-87E6-46A5-9A5B-DEA495C9665D}">
      <dgm:prSet/>
      <dgm:spPr/>
      <dgm:t>
        <a:bodyPr/>
        <a:lstStyle/>
        <a:p>
          <a:endParaRPr lang="en-US"/>
        </a:p>
      </dgm:t>
    </dgm:pt>
    <dgm:pt modelId="{BA2581DC-6EAB-46B8-9913-556BE25875B8}" type="sibTrans" cxnId="{A5CD62CF-87E6-46A5-9A5B-DEA495C9665D}">
      <dgm:prSet/>
      <dgm:spPr/>
      <dgm:t>
        <a:bodyPr/>
        <a:lstStyle/>
        <a:p>
          <a:endParaRPr lang="en-US"/>
        </a:p>
      </dgm:t>
    </dgm:pt>
    <dgm:pt modelId="{FB8A952B-C781-47B9-8002-98513E4DCCC2}">
      <dgm:prSet/>
      <dgm:spPr/>
      <dgm:t>
        <a:bodyPr/>
        <a:lstStyle/>
        <a:p>
          <a:r>
            <a:rPr lang="en-US"/>
            <a:t>Conductance</a:t>
          </a:r>
        </a:p>
      </dgm:t>
    </dgm:pt>
    <dgm:pt modelId="{33BFA1D8-FCC2-457C-9287-CC6392D69B5F}" type="parTrans" cxnId="{C0A5ED50-573D-4E1F-A8FF-9A47C32C0758}">
      <dgm:prSet/>
      <dgm:spPr/>
      <dgm:t>
        <a:bodyPr/>
        <a:lstStyle/>
        <a:p>
          <a:endParaRPr lang="en-US"/>
        </a:p>
      </dgm:t>
    </dgm:pt>
    <dgm:pt modelId="{13FF3B22-E4A9-458A-AE6E-4D78F166C00B}" type="sibTrans" cxnId="{C0A5ED50-573D-4E1F-A8FF-9A47C32C0758}">
      <dgm:prSet/>
      <dgm:spPr/>
      <dgm:t>
        <a:bodyPr/>
        <a:lstStyle/>
        <a:p>
          <a:endParaRPr lang="en-US"/>
        </a:p>
      </dgm:t>
    </dgm:pt>
    <dgm:pt modelId="{386FF8FD-5E4A-4931-8609-CC7BE924E93B}">
      <dgm:prSet/>
      <dgm:spPr/>
      <dgm:t>
        <a:bodyPr/>
        <a:lstStyle/>
        <a:p>
          <a:r>
            <a:rPr lang="en-US" dirty="0"/>
            <a:t>Lambda lower bound</a:t>
          </a:r>
        </a:p>
      </dgm:t>
    </dgm:pt>
    <dgm:pt modelId="{975B981F-6ACB-4E1B-8151-3A54C3475CE7}" type="parTrans" cxnId="{CF39EA4A-E80B-4A17-A8D3-750A31D9F155}">
      <dgm:prSet/>
      <dgm:spPr/>
      <dgm:t>
        <a:bodyPr/>
        <a:lstStyle/>
        <a:p>
          <a:endParaRPr lang="en-US"/>
        </a:p>
      </dgm:t>
    </dgm:pt>
    <dgm:pt modelId="{FD81F2C7-CA06-49B5-A9D8-A60120FE52C6}" type="sibTrans" cxnId="{CF39EA4A-E80B-4A17-A8D3-750A31D9F155}">
      <dgm:prSet/>
      <dgm:spPr/>
      <dgm:t>
        <a:bodyPr/>
        <a:lstStyle/>
        <a:p>
          <a:endParaRPr lang="en-US"/>
        </a:p>
      </dgm:t>
    </dgm:pt>
    <dgm:pt modelId="{AD023A9F-1B1F-455C-804E-ABD4BAACC901}">
      <dgm:prSet/>
      <dgm:spPr/>
      <dgm:t>
        <a:bodyPr/>
        <a:lstStyle/>
        <a:p>
          <a:r>
            <a:rPr lang="en-US"/>
            <a:t>Lambda Upper Bound</a:t>
          </a:r>
        </a:p>
      </dgm:t>
    </dgm:pt>
    <dgm:pt modelId="{B1F4A055-D44F-4E93-957B-5969D64C14DD}" type="parTrans" cxnId="{35DE7D96-B961-4771-B997-25025EE2185D}">
      <dgm:prSet/>
      <dgm:spPr/>
      <dgm:t>
        <a:bodyPr/>
        <a:lstStyle/>
        <a:p>
          <a:endParaRPr lang="en-US"/>
        </a:p>
      </dgm:t>
    </dgm:pt>
    <dgm:pt modelId="{BA3126FB-A9BB-4F73-80DE-406F75AD62B5}" type="sibTrans" cxnId="{35DE7D96-B961-4771-B997-25025EE2185D}">
      <dgm:prSet/>
      <dgm:spPr/>
      <dgm:t>
        <a:bodyPr/>
        <a:lstStyle/>
        <a:p>
          <a:endParaRPr lang="en-US"/>
        </a:p>
      </dgm:t>
    </dgm:pt>
    <dgm:pt modelId="{98DF98D2-E6C7-4595-AF84-98FC6E25B02C}">
      <dgm:prSet/>
      <dgm:spPr/>
      <dgm:t>
        <a:bodyPr/>
        <a:lstStyle/>
        <a:p>
          <a:r>
            <a:rPr lang="en-US"/>
            <a:t>Lambda Estimate</a:t>
          </a:r>
        </a:p>
      </dgm:t>
    </dgm:pt>
    <dgm:pt modelId="{E4A330BE-C3F1-41C3-B204-0AB7D782FA57}" type="parTrans" cxnId="{DDE187D1-FA87-4A5F-B89E-C997692C14AF}">
      <dgm:prSet/>
      <dgm:spPr/>
      <dgm:t>
        <a:bodyPr/>
        <a:lstStyle/>
        <a:p>
          <a:endParaRPr lang="en-US"/>
        </a:p>
      </dgm:t>
    </dgm:pt>
    <dgm:pt modelId="{CB2B2F71-7A9A-483D-8A53-6A77797C079B}" type="sibTrans" cxnId="{DDE187D1-FA87-4A5F-B89E-C997692C14AF}">
      <dgm:prSet/>
      <dgm:spPr/>
      <dgm:t>
        <a:bodyPr/>
        <a:lstStyle/>
        <a:p>
          <a:endParaRPr lang="en-US"/>
        </a:p>
      </dgm:t>
    </dgm:pt>
    <dgm:pt modelId="{373FC07B-2E46-4784-A14A-BDAEBDD2643A}">
      <dgm:prSet custT="1"/>
      <dgm:spPr/>
      <dgm:t>
        <a:bodyPr/>
        <a:lstStyle/>
        <a:p>
          <a:r>
            <a:rPr lang="en-US" sz="1200" b="1" dirty="0"/>
            <a:t>Triangle Metrics</a:t>
          </a:r>
        </a:p>
      </dgm:t>
    </dgm:pt>
    <dgm:pt modelId="{27D7443D-27ED-4D39-AC58-8B8A3F09BA6C}" type="parTrans" cxnId="{4034FE7F-1DDC-4170-B031-6F6E63F50EED}">
      <dgm:prSet/>
      <dgm:spPr/>
      <dgm:t>
        <a:bodyPr/>
        <a:lstStyle/>
        <a:p>
          <a:endParaRPr lang="en-US"/>
        </a:p>
      </dgm:t>
    </dgm:pt>
    <dgm:pt modelId="{76F4050C-9CD3-41D0-AFD6-48BA83789224}" type="sibTrans" cxnId="{4034FE7F-1DDC-4170-B031-6F6E63F50EED}">
      <dgm:prSet/>
      <dgm:spPr/>
      <dgm:t>
        <a:bodyPr/>
        <a:lstStyle/>
        <a:p>
          <a:endParaRPr lang="en-US"/>
        </a:p>
      </dgm:t>
    </dgm:pt>
    <dgm:pt modelId="{BADC6FA9-BA57-46C7-B37C-4C328423654B}">
      <dgm:prSet/>
      <dgm:spPr/>
      <dgm:t>
        <a:bodyPr/>
        <a:lstStyle/>
        <a:p>
          <a:r>
            <a:rPr lang="en-US"/>
            <a:t>Triangle Count</a:t>
          </a:r>
        </a:p>
      </dgm:t>
    </dgm:pt>
    <dgm:pt modelId="{61F369DC-074E-410F-B7F9-30DD59BBAECB}" type="parTrans" cxnId="{6B6B81C0-23A3-4C62-A017-6C9EEA43FC84}">
      <dgm:prSet/>
      <dgm:spPr/>
      <dgm:t>
        <a:bodyPr/>
        <a:lstStyle/>
        <a:p>
          <a:endParaRPr lang="en-US"/>
        </a:p>
      </dgm:t>
    </dgm:pt>
    <dgm:pt modelId="{AEB0CDCA-D7B3-411E-8141-E352E5B10F35}" type="sibTrans" cxnId="{6B6B81C0-23A3-4C62-A017-6C9EEA43FC84}">
      <dgm:prSet/>
      <dgm:spPr/>
      <dgm:t>
        <a:bodyPr/>
        <a:lstStyle/>
        <a:p>
          <a:endParaRPr lang="en-US"/>
        </a:p>
      </dgm:t>
    </dgm:pt>
    <dgm:pt modelId="{202C01E9-9282-41EF-8D4F-7EE033977447}">
      <dgm:prSet/>
      <dgm:spPr/>
      <dgm:t>
        <a:bodyPr/>
        <a:lstStyle/>
        <a:p>
          <a:r>
            <a:rPr lang="en-US"/>
            <a:t>Triangle Density</a:t>
          </a:r>
        </a:p>
      </dgm:t>
    </dgm:pt>
    <dgm:pt modelId="{DEFCEB13-3D1F-48A5-8824-8A419ED7924F}" type="parTrans" cxnId="{1B731F93-B1B8-4A96-BF23-8F306B199AC6}">
      <dgm:prSet/>
      <dgm:spPr/>
      <dgm:t>
        <a:bodyPr/>
        <a:lstStyle/>
        <a:p>
          <a:endParaRPr lang="en-US"/>
        </a:p>
      </dgm:t>
    </dgm:pt>
    <dgm:pt modelId="{8BDFE3FD-60F3-4D3E-A602-21A0D3F1255F}" type="sibTrans" cxnId="{1B731F93-B1B8-4A96-BF23-8F306B199AC6}">
      <dgm:prSet/>
      <dgm:spPr/>
      <dgm:t>
        <a:bodyPr/>
        <a:lstStyle/>
        <a:p>
          <a:endParaRPr lang="en-US"/>
        </a:p>
      </dgm:t>
    </dgm:pt>
    <dgm:pt modelId="{74BEA3D4-7B61-4A1D-A6A8-2731B2E21A67}">
      <dgm:prSet/>
      <dgm:spPr/>
      <dgm:t>
        <a:bodyPr/>
        <a:lstStyle/>
        <a:p>
          <a:r>
            <a:rPr lang="en-US"/>
            <a:t>Participation Rate</a:t>
          </a:r>
        </a:p>
      </dgm:t>
    </dgm:pt>
    <dgm:pt modelId="{8BF35AC0-6C6D-4DA8-9988-29AD2FBDC94D}" type="parTrans" cxnId="{83245246-0272-4FC8-9374-66A0002F0FBB}">
      <dgm:prSet/>
      <dgm:spPr/>
      <dgm:t>
        <a:bodyPr/>
        <a:lstStyle/>
        <a:p>
          <a:endParaRPr lang="en-US"/>
        </a:p>
      </dgm:t>
    </dgm:pt>
    <dgm:pt modelId="{AF26480F-A91F-424F-AF07-75198C4F2E22}" type="sibTrans" cxnId="{83245246-0272-4FC8-9374-66A0002F0FBB}">
      <dgm:prSet/>
      <dgm:spPr/>
      <dgm:t>
        <a:bodyPr/>
        <a:lstStyle/>
        <a:p>
          <a:endParaRPr lang="en-US"/>
        </a:p>
      </dgm:t>
    </dgm:pt>
    <dgm:pt modelId="{F27608A6-0786-4B39-B83C-581B1F948B30}">
      <dgm:prSet/>
      <dgm:spPr/>
      <dgm:t>
        <a:bodyPr/>
        <a:lstStyle/>
        <a:p>
          <a:r>
            <a:rPr lang="en-US"/>
            <a:t>Max Local Triangles</a:t>
          </a:r>
        </a:p>
      </dgm:t>
    </dgm:pt>
    <dgm:pt modelId="{90BE9844-C879-4EA6-90BD-BF1711B503C9}" type="parTrans" cxnId="{35055B62-F00B-4977-983F-196C2CF1A236}">
      <dgm:prSet/>
      <dgm:spPr/>
      <dgm:t>
        <a:bodyPr/>
        <a:lstStyle/>
        <a:p>
          <a:endParaRPr lang="en-US"/>
        </a:p>
      </dgm:t>
    </dgm:pt>
    <dgm:pt modelId="{A8AB8733-B130-4F5E-9579-888A9B4043EE}" type="sibTrans" cxnId="{35055B62-F00B-4977-983F-196C2CF1A236}">
      <dgm:prSet/>
      <dgm:spPr/>
      <dgm:t>
        <a:bodyPr/>
        <a:lstStyle/>
        <a:p>
          <a:endParaRPr lang="en-US"/>
        </a:p>
      </dgm:t>
    </dgm:pt>
    <dgm:pt modelId="{FFCFC9C3-D0A7-477E-83D6-B535E7A39AFE}">
      <dgm:prSet/>
      <dgm:spPr/>
      <dgm:t>
        <a:bodyPr/>
        <a:lstStyle/>
        <a:p>
          <a:r>
            <a:rPr lang="en-US"/>
            <a:t>Average Triangles Per Vertex</a:t>
          </a:r>
        </a:p>
      </dgm:t>
    </dgm:pt>
    <dgm:pt modelId="{E98A9FFB-969D-4860-B5DC-A57C9648B3FF}" type="parTrans" cxnId="{E7943B91-7685-4F49-8A99-6A39873ADE70}">
      <dgm:prSet/>
      <dgm:spPr/>
      <dgm:t>
        <a:bodyPr/>
        <a:lstStyle/>
        <a:p>
          <a:endParaRPr lang="en-US"/>
        </a:p>
      </dgm:t>
    </dgm:pt>
    <dgm:pt modelId="{B6155612-5206-41B0-90D4-5D11AFDC52FA}" type="sibTrans" cxnId="{E7943B91-7685-4F49-8A99-6A39873ADE70}">
      <dgm:prSet/>
      <dgm:spPr/>
      <dgm:t>
        <a:bodyPr/>
        <a:lstStyle/>
        <a:p>
          <a:endParaRPr lang="en-US"/>
        </a:p>
      </dgm:t>
    </dgm:pt>
    <dgm:pt modelId="{24D2DE10-9CCA-429E-8472-61453789BAD8}">
      <dgm:prSet/>
      <dgm:spPr/>
      <dgm:t>
        <a:bodyPr/>
        <a:lstStyle/>
        <a:p>
          <a:r>
            <a:rPr lang="en-US"/>
            <a:t>Triangle Centralities</a:t>
          </a:r>
        </a:p>
      </dgm:t>
    </dgm:pt>
    <dgm:pt modelId="{E58FCC26-F4BB-4A48-8571-0500E40F920D}" type="parTrans" cxnId="{4D3104D0-1B43-4F7D-9317-46F5329DEAB7}">
      <dgm:prSet/>
      <dgm:spPr/>
      <dgm:t>
        <a:bodyPr/>
        <a:lstStyle/>
        <a:p>
          <a:endParaRPr lang="en-US"/>
        </a:p>
      </dgm:t>
    </dgm:pt>
    <dgm:pt modelId="{9BCB2252-064D-4D70-8658-CB27EDAED7FD}" type="sibTrans" cxnId="{4D3104D0-1B43-4F7D-9317-46F5329DEAB7}">
      <dgm:prSet/>
      <dgm:spPr/>
      <dgm:t>
        <a:bodyPr/>
        <a:lstStyle/>
        <a:p>
          <a:endParaRPr lang="en-US"/>
        </a:p>
      </dgm:t>
    </dgm:pt>
    <dgm:pt modelId="{D16BE45E-319E-4DCD-AAA4-547EB92F364E}">
      <dgm:prSet/>
      <dgm:spPr/>
      <dgm:t>
        <a:bodyPr/>
        <a:lstStyle/>
        <a:p>
          <a:r>
            <a:rPr lang="en-US"/>
            <a:t>Triangle Hitting Number</a:t>
          </a:r>
        </a:p>
      </dgm:t>
    </dgm:pt>
    <dgm:pt modelId="{B1F6797F-B600-44F4-87DD-7E8D7588D7D5}" type="parTrans" cxnId="{04ABB760-54DA-4C69-823F-BCE8250A2879}">
      <dgm:prSet/>
      <dgm:spPr/>
      <dgm:t>
        <a:bodyPr/>
        <a:lstStyle/>
        <a:p>
          <a:endParaRPr lang="en-US"/>
        </a:p>
      </dgm:t>
    </dgm:pt>
    <dgm:pt modelId="{5260907F-C8ED-478E-AE6D-749695BCC283}" type="sibTrans" cxnId="{04ABB760-54DA-4C69-823F-BCE8250A2879}">
      <dgm:prSet/>
      <dgm:spPr/>
      <dgm:t>
        <a:bodyPr/>
        <a:lstStyle/>
        <a:p>
          <a:endParaRPr lang="en-US"/>
        </a:p>
      </dgm:t>
    </dgm:pt>
    <dgm:pt modelId="{0D2FC3AF-76F5-4AD3-B155-E033DB0AD881}">
      <dgm:prSet custT="1"/>
      <dgm:spPr/>
      <dgm:t>
        <a:bodyPr/>
        <a:lstStyle/>
        <a:p>
          <a:r>
            <a:rPr lang="en-US" sz="1200" b="1" dirty="0"/>
            <a:t>Core Metrics</a:t>
          </a:r>
        </a:p>
      </dgm:t>
    </dgm:pt>
    <dgm:pt modelId="{745CAA57-C6C1-49FB-B64F-C598B8F04E54}" type="parTrans" cxnId="{26411CF2-7304-4963-886D-01E96AF12448}">
      <dgm:prSet/>
      <dgm:spPr/>
      <dgm:t>
        <a:bodyPr/>
        <a:lstStyle/>
        <a:p>
          <a:endParaRPr lang="en-US"/>
        </a:p>
      </dgm:t>
    </dgm:pt>
    <dgm:pt modelId="{EC35F3B1-A72F-40EC-A119-0D40DF5352EA}" type="sibTrans" cxnId="{26411CF2-7304-4963-886D-01E96AF12448}">
      <dgm:prSet/>
      <dgm:spPr/>
      <dgm:t>
        <a:bodyPr/>
        <a:lstStyle/>
        <a:p>
          <a:endParaRPr lang="en-US"/>
        </a:p>
      </dgm:t>
    </dgm:pt>
    <dgm:pt modelId="{15046F7F-2DE3-4157-8F46-A370192050EE}">
      <dgm:prSet/>
      <dgm:spPr/>
      <dgm:t>
        <a:bodyPr/>
        <a:lstStyle/>
        <a:p>
          <a:r>
            <a:rPr lang="en-US"/>
            <a:t>Core structure</a:t>
          </a:r>
        </a:p>
      </dgm:t>
    </dgm:pt>
    <dgm:pt modelId="{9187056B-518E-491C-ACDD-F4BD4DB305B8}" type="parTrans" cxnId="{59AA49EF-6523-4BFC-ABBF-9254073EE554}">
      <dgm:prSet/>
      <dgm:spPr/>
      <dgm:t>
        <a:bodyPr/>
        <a:lstStyle/>
        <a:p>
          <a:endParaRPr lang="en-US"/>
        </a:p>
      </dgm:t>
    </dgm:pt>
    <dgm:pt modelId="{3D92A04E-FCA1-4595-8FD1-F57D31C21D60}" type="sibTrans" cxnId="{59AA49EF-6523-4BFC-ABBF-9254073EE554}">
      <dgm:prSet/>
      <dgm:spPr/>
      <dgm:t>
        <a:bodyPr/>
        <a:lstStyle/>
        <a:p>
          <a:endParaRPr lang="en-US"/>
        </a:p>
      </dgm:t>
    </dgm:pt>
    <dgm:pt modelId="{F0F74390-6CD0-494C-9684-2D6344CCA0C4}">
      <dgm:prSet/>
      <dgm:spPr/>
      <dgm:t>
        <a:bodyPr/>
        <a:lstStyle/>
        <a:p>
          <a:r>
            <a:rPr lang="en-US"/>
            <a:t>Core Number</a:t>
          </a:r>
        </a:p>
      </dgm:t>
    </dgm:pt>
    <dgm:pt modelId="{A5F6EE3E-6ADE-422F-A3DF-747F89037831}" type="parTrans" cxnId="{675FED09-08BB-45F2-9FCC-09C9A4537F66}">
      <dgm:prSet/>
      <dgm:spPr/>
      <dgm:t>
        <a:bodyPr/>
        <a:lstStyle/>
        <a:p>
          <a:endParaRPr lang="en-US"/>
        </a:p>
      </dgm:t>
    </dgm:pt>
    <dgm:pt modelId="{3EAE5F14-78C8-4125-8E87-C2A215E77FF4}" type="sibTrans" cxnId="{675FED09-08BB-45F2-9FCC-09C9A4537F66}">
      <dgm:prSet/>
      <dgm:spPr/>
      <dgm:t>
        <a:bodyPr/>
        <a:lstStyle/>
        <a:p>
          <a:endParaRPr lang="en-US"/>
        </a:p>
      </dgm:t>
    </dgm:pt>
    <dgm:pt modelId="{D73F24ED-8421-4929-9FCB-E385960D9E83}">
      <dgm:prSet/>
      <dgm:spPr/>
      <dgm:t>
        <a:bodyPr/>
        <a:lstStyle/>
        <a:p>
          <a:r>
            <a:rPr lang="en-US"/>
            <a:t>Core Density</a:t>
          </a:r>
        </a:p>
      </dgm:t>
    </dgm:pt>
    <dgm:pt modelId="{31B0091B-3DE0-4320-9DF9-932C7F553AA1}" type="parTrans" cxnId="{FF8CED2B-8FFC-408A-BFFD-F08844BFF294}">
      <dgm:prSet/>
      <dgm:spPr/>
      <dgm:t>
        <a:bodyPr/>
        <a:lstStyle/>
        <a:p>
          <a:endParaRPr lang="en-US"/>
        </a:p>
      </dgm:t>
    </dgm:pt>
    <dgm:pt modelId="{F1682494-B0C9-48D3-B2AC-9F772315D6CD}" type="sibTrans" cxnId="{FF8CED2B-8FFC-408A-BFFD-F08844BFF294}">
      <dgm:prSet/>
      <dgm:spPr/>
      <dgm:t>
        <a:bodyPr/>
        <a:lstStyle/>
        <a:p>
          <a:endParaRPr lang="en-US"/>
        </a:p>
      </dgm:t>
    </dgm:pt>
    <dgm:pt modelId="{A2CC9291-A9A0-477A-A2ED-A94B4CA7EB7B}">
      <dgm:prSet/>
      <dgm:spPr/>
      <dgm:t>
        <a:bodyPr/>
        <a:lstStyle/>
        <a:p>
          <a:r>
            <a:rPr lang="en-US"/>
            <a:t>Max Core Size</a:t>
          </a:r>
        </a:p>
      </dgm:t>
    </dgm:pt>
    <dgm:pt modelId="{E23F7626-65CF-4D63-AF4B-68226FFCF20D}" type="parTrans" cxnId="{56FB6E21-7D94-4FF6-BA90-7D20A914FF6B}">
      <dgm:prSet/>
      <dgm:spPr/>
      <dgm:t>
        <a:bodyPr/>
        <a:lstStyle/>
        <a:p>
          <a:endParaRPr lang="en-US"/>
        </a:p>
      </dgm:t>
    </dgm:pt>
    <dgm:pt modelId="{DE31ADF5-8677-4CD5-8624-0EF99A1549F6}" type="sibTrans" cxnId="{56FB6E21-7D94-4FF6-BA90-7D20A914FF6B}">
      <dgm:prSet/>
      <dgm:spPr/>
      <dgm:t>
        <a:bodyPr/>
        <a:lstStyle/>
        <a:p>
          <a:endParaRPr lang="en-US"/>
        </a:p>
      </dgm:t>
    </dgm:pt>
    <dgm:pt modelId="{D0DDC36F-7DD5-40BB-B719-A74CBC74A90B}">
      <dgm:prSet/>
      <dgm:spPr/>
      <dgm:t>
        <a:bodyPr/>
        <a:lstStyle/>
        <a:p>
          <a:r>
            <a:rPr lang="en-US"/>
            <a:t>Core-Periphery Structure</a:t>
          </a:r>
        </a:p>
      </dgm:t>
    </dgm:pt>
    <dgm:pt modelId="{A857D38C-26E9-420F-B2CA-D0F7274FA6BE}" type="parTrans" cxnId="{DA37C9C4-C51B-4C6D-A38D-374ADF8821AB}">
      <dgm:prSet/>
      <dgm:spPr/>
      <dgm:t>
        <a:bodyPr/>
        <a:lstStyle/>
        <a:p>
          <a:endParaRPr lang="en-US"/>
        </a:p>
      </dgm:t>
    </dgm:pt>
    <dgm:pt modelId="{DDB027A9-102A-44AC-9621-53BB1617B57C}" type="sibTrans" cxnId="{DA37C9C4-C51B-4C6D-A38D-374ADF8821AB}">
      <dgm:prSet/>
      <dgm:spPr/>
      <dgm:t>
        <a:bodyPr/>
        <a:lstStyle/>
        <a:p>
          <a:endParaRPr lang="en-US"/>
        </a:p>
      </dgm:t>
    </dgm:pt>
    <dgm:pt modelId="{871BD772-F42F-4450-ABFF-460AB906D492}">
      <dgm:prSet/>
      <dgm:spPr/>
      <dgm:t>
        <a:bodyPr/>
        <a:lstStyle/>
        <a:p>
          <a:r>
            <a:rPr lang="en-US"/>
            <a:t>Core Periphery Score</a:t>
          </a:r>
        </a:p>
      </dgm:t>
    </dgm:pt>
    <dgm:pt modelId="{1F2D0A1C-459D-4068-B93E-30C2DD596486}" type="parTrans" cxnId="{ED9F6C00-EFBD-4889-9089-3A91D19580B1}">
      <dgm:prSet/>
      <dgm:spPr/>
      <dgm:t>
        <a:bodyPr/>
        <a:lstStyle/>
        <a:p>
          <a:endParaRPr lang="en-US"/>
        </a:p>
      </dgm:t>
    </dgm:pt>
    <dgm:pt modelId="{B10C6846-3F21-49A6-B10E-BE75B2E02B48}" type="sibTrans" cxnId="{ED9F6C00-EFBD-4889-9089-3A91D19580B1}">
      <dgm:prSet/>
      <dgm:spPr/>
      <dgm:t>
        <a:bodyPr/>
        <a:lstStyle/>
        <a:p>
          <a:endParaRPr lang="en-US"/>
        </a:p>
      </dgm:t>
    </dgm:pt>
    <dgm:pt modelId="{8CD00ABD-7446-40DE-A2CB-799F394DE7E6}">
      <dgm:prSet/>
      <dgm:spPr/>
      <dgm:t>
        <a:bodyPr/>
        <a:lstStyle/>
        <a:p>
          <a:r>
            <a:rPr lang="en-US"/>
            <a:t>Core Embeddedness</a:t>
          </a:r>
        </a:p>
      </dgm:t>
    </dgm:pt>
    <dgm:pt modelId="{ECA6DF25-8DBC-45D9-875F-77EB29D0DA82}" type="parTrans" cxnId="{8CD17181-2D80-4971-B827-40F4C033BA02}">
      <dgm:prSet/>
      <dgm:spPr/>
      <dgm:t>
        <a:bodyPr/>
        <a:lstStyle/>
        <a:p>
          <a:endParaRPr lang="en-US"/>
        </a:p>
      </dgm:t>
    </dgm:pt>
    <dgm:pt modelId="{A7CC4913-2873-467A-8C5D-8A10E19FC163}" type="sibTrans" cxnId="{8CD17181-2D80-4971-B827-40F4C033BA02}">
      <dgm:prSet/>
      <dgm:spPr/>
      <dgm:t>
        <a:bodyPr/>
        <a:lstStyle/>
        <a:p>
          <a:endParaRPr lang="en-US"/>
        </a:p>
      </dgm:t>
    </dgm:pt>
    <dgm:pt modelId="{3C8C0E34-F206-4308-B35F-6372CE6BEAE3}">
      <dgm:prSet/>
      <dgm:spPr/>
      <dgm:t>
        <a:bodyPr/>
        <a:lstStyle/>
        <a:p>
          <a:r>
            <a:rPr lang="en-US"/>
            <a:t>Core Strength</a:t>
          </a:r>
        </a:p>
      </dgm:t>
    </dgm:pt>
    <dgm:pt modelId="{5856F0BE-E06F-4AC9-A84B-43F5A9C273B8}" type="parTrans" cxnId="{43C99D5E-186B-487F-905A-2593AE011809}">
      <dgm:prSet/>
      <dgm:spPr/>
      <dgm:t>
        <a:bodyPr/>
        <a:lstStyle/>
        <a:p>
          <a:endParaRPr lang="en-US"/>
        </a:p>
      </dgm:t>
    </dgm:pt>
    <dgm:pt modelId="{CD5119D4-A171-4424-97EE-4453A806C072}" type="sibTrans" cxnId="{43C99D5E-186B-487F-905A-2593AE011809}">
      <dgm:prSet/>
      <dgm:spPr/>
      <dgm:t>
        <a:bodyPr/>
        <a:lstStyle/>
        <a:p>
          <a:endParaRPr lang="en-US"/>
        </a:p>
      </dgm:t>
    </dgm:pt>
    <dgm:pt modelId="{02E36216-241F-4F85-BB95-413A6A68CABC}">
      <dgm:prSet/>
      <dgm:spPr/>
      <dgm:t>
        <a:bodyPr/>
        <a:lstStyle/>
        <a:p>
          <a:r>
            <a:rPr lang="en-US"/>
            <a:t>Periphery Size</a:t>
          </a:r>
        </a:p>
      </dgm:t>
    </dgm:pt>
    <dgm:pt modelId="{7103169C-7FE8-4765-ABD9-CDD101B053B1}" type="parTrans" cxnId="{A511CA52-81BF-49AE-90FF-3F3BA6A88C41}">
      <dgm:prSet/>
      <dgm:spPr/>
      <dgm:t>
        <a:bodyPr/>
        <a:lstStyle/>
        <a:p>
          <a:endParaRPr lang="en-US"/>
        </a:p>
      </dgm:t>
    </dgm:pt>
    <dgm:pt modelId="{3E0CAE03-576E-450B-AEC7-60C52AE17851}" type="sibTrans" cxnId="{A511CA52-81BF-49AE-90FF-3F3BA6A88C41}">
      <dgm:prSet/>
      <dgm:spPr/>
      <dgm:t>
        <a:bodyPr/>
        <a:lstStyle/>
        <a:p>
          <a:endParaRPr lang="en-US"/>
        </a:p>
      </dgm:t>
    </dgm:pt>
    <dgm:pt modelId="{4062ECD3-6609-4728-9FB5-89A04AF4E566}">
      <dgm:prSet/>
      <dgm:spPr/>
      <dgm:t>
        <a:bodyPr/>
        <a:lstStyle/>
        <a:p>
          <a:r>
            <a:rPr lang="en-US"/>
            <a:t>Shell Decomposition</a:t>
          </a:r>
        </a:p>
      </dgm:t>
    </dgm:pt>
    <dgm:pt modelId="{B5EC8772-4A90-4FF9-92F7-E24512AC5BF3}" type="parTrans" cxnId="{DB6885CC-A221-4E58-8073-650EF1CF2BEC}">
      <dgm:prSet/>
      <dgm:spPr/>
      <dgm:t>
        <a:bodyPr/>
        <a:lstStyle/>
        <a:p>
          <a:endParaRPr lang="en-US"/>
        </a:p>
      </dgm:t>
    </dgm:pt>
    <dgm:pt modelId="{9CD7D942-0A36-4E42-A4A6-A51F60227E52}" type="sibTrans" cxnId="{DB6885CC-A221-4E58-8073-650EF1CF2BEC}">
      <dgm:prSet/>
      <dgm:spPr/>
      <dgm:t>
        <a:bodyPr/>
        <a:lstStyle/>
        <a:p>
          <a:endParaRPr lang="en-US"/>
        </a:p>
      </dgm:t>
    </dgm:pt>
    <dgm:pt modelId="{8FE3BAC1-BF4E-4517-841A-B976EBD7681B}">
      <dgm:prSet/>
      <dgm:spPr/>
      <dgm:t>
        <a:bodyPr/>
        <a:lstStyle/>
        <a:p>
          <a:r>
            <a:rPr lang="en-US"/>
            <a:t>Shell Decomposition</a:t>
          </a:r>
        </a:p>
      </dgm:t>
    </dgm:pt>
    <dgm:pt modelId="{63013307-64D3-4641-9771-E69048345872}" type="parTrans" cxnId="{286FCBD5-DED2-485F-AE19-4B93AD464886}">
      <dgm:prSet/>
      <dgm:spPr/>
      <dgm:t>
        <a:bodyPr/>
        <a:lstStyle/>
        <a:p>
          <a:endParaRPr lang="en-US"/>
        </a:p>
      </dgm:t>
    </dgm:pt>
    <dgm:pt modelId="{8907A175-9AB0-4BBA-9828-548E67B45D8D}" type="sibTrans" cxnId="{286FCBD5-DED2-485F-AE19-4B93AD464886}">
      <dgm:prSet/>
      <dgm:spPr/>
      <dgm:t>
        <a:bodyPr/>
        <a:lstStyle/>
        <a:p>
          <a:endParaRPr lang="en-US"/>
        </a:p>
      </dgm:t>
    </dgm:pt>
    <dgm:pt modelId="{F4400BFB-5FC8-42BC-A876-3486488B29D8}">
      <dgm:prSet/>
      <dgm:spPr/>
      <dgm:t>
        <a:bodyPr/>
        <a:lstStyle/>
        <a:p>
          <a:r>
            <a:rPr lang="en-US"/>
            <a:t>Shell Densities</a:t>
          </a:r>
        </a:p>
      </dgm:t>
    </dgm:pt>
    <dgm:pt modelId="{0038C7E7-18C2-402D-978C-BBFB80921683}" type="parTrans" cxnId="{A199DDE9-D913-4D6B-8684-BB04879727A2}">
      <dgm:prSet/>
      <dgm:spPr/>
      <dgm:t>
        <a:bodyPr/>
        <a:lstStyle/>
        <a:p>
          <a:endParaRPr lang="en-US"/>
        </a:p>
      </dgm:t>
    </dgm:pt>
    <dgm:pt modelId="{96344BBB-5230-4095-83B6-4FBA52DD5BF8}" type="sibTrans" cxnId="{A199DDE9-D913-4D6B-8684-BB04879727A2}">
      <dgm:prSet/>
      <dgm:spPr/>
      <dgm:t>
        <a:bodyPr/>
        <a:lstStyle/>
        <a:p>
          <a:endParaRPr lang="en-US"/>
        </a:p>
      </dgm:t>
    </dgm:pt>
    <dgm:pt modelId="{8BBCD78C-DBFA-433A-9AA5-3B429DA1C559}">
      <dgm:prSet/>
      <dgm:spPr/>
      <dgm:t>
        <a:bodyPr/>
        <a:lstStyle/>
        <a:p>
          <a:r>
            <a:rPr lang="en-US"/>
            <a:t>Shell Connectivity</a:t>
          </a:r>
        </a:p>
      </dgm:t>
    </dgm:pt>
    <dgm:pt modelId="{1FB1FB96-B104-4B17-982C-929A24FEE795}" type="parTrans" cxnId="{2DA1E427-82DA-4DD5-A5AA-B79DA2C5E2D0}">
      <dgm:prSet/>
      <dgm:spPr/>
      <dgm:t>
        <a:bodyPr/>
        <a:lstStyle/>
        <a:p>
          <a:endParaRPr lang="en-US"/>
        </a:p>
      </dgm:t>
    </dgm:pt>
    <dgm:pt modelId="{FEBD546A-48AB-4F95-9070-84DB53E7CD74}" type="sibTrans" cxnId="{2DA1E427-82DA-4DD5-A5AA-B79DA2C5E2D0}">
      <dgm:prSet/>
      <dgm:spPr/>
      <dgm:t>
        <a:bodyPr/>
        <a:lstStyle/>
        <a:p>
          <a:endParaRPr lang="en-US"/>
        </a:p>
      </dgm:t>
    </dgm:pt>
    <dgm:pt modelId="{F4DB7C5E-37B6-4DD3-8DD9-F5E60E6A0D76}">
      <dgm:prSet/>
      <dgm:spPr/>
      <dgm:t>
        <a:bodyPr/>
        <a:lstStyle/>
        <a:p>
          <a:r>
            <a:rPr lang="en-US"/>
            <a:t>Hierarchical Structure</a:t>
          </a:r>
        </a:p>
      </dgm:t>
    </dgm:pt>
    <dgm:pt modelId="{07BFD967-1C4A-4C92-B39E-2D002C52CA00}" type="parTrans" cxnId="{8F3759A6-69E8-4507-B65C-A7787ECA61F0}">
      <dgm:prSet/>
      <dgm:spPr/>
      <dgm:t>
        <a:bodyPr/>
        <a:lstStyle/>
        <a:p>
          <a:endParaRPr lang="en-US"/>
        </a:p>
      </dgm:t>
    </dgm:pt>
    <dgm:pt modelId="{5D71F829-AC18-486F-BB61-D469107C09E6}" type="sibTrans" cxnId="{8F3759A6-69E8-4507-B65C-A7787ECA61F0}">
      <dgm:prSet/>
      <dgm:spPr/>
      <dgm:t>
        <a:bodyPr/>
        <a:lstStyle/>
        <a:p>
          <a:endParaRPr lang="en-US"/>
        </a:p>
      </dgm:t>
    </dgm:pt>
    <dgm:pt modelId="{18AC93ED-4884-4925-85F7-FE760DF9E657}">
      <dgm:prSet/>
      <dgm:spPr/>
      <dgm:t>
        <a:bodyPr/>
        <a:lstStyle/>
        <a:p>
          <a:r>
            <a:rPr lang="en-US"/>
            <a:t>Core Hierarchy Depth</a:t>
          </a:r>
        </a:p>
      </dgm:t>
    </dgm:pt>
    <dgm:pt modelId="{4831B6B2-C9FD-4B92-A19F-886687FFB151}" type="parTrans" cxnId="{55CF7EA5-36E1-423C-AD11-CF5ABC131EAA}">
      <dgm:prSet/>
      <dgm:spPr/>
      <dgm:t>
        <a:bodyPr/>
        <a:lstStyle/>
        <a:p>
          <a:endParaRPr lang="en-US"/>
        </a:p>
      </dgm:t>
    </dgm:pt>
    <dgm:pt modelId="{79C1B689-4009-49B7-A27E-825FB194FE0B}" type="sibTrans" cxnId="{55CF7EA5-36E1-423C-AD11-CF5ABC131EAA}">
      <dgm:prSet/>
      <dgm:spPr/>
      <dgm:t>
        <a:bodyPr/>
        <a:lstStyle/>
        <a:p>
          <a:endParaRPr lang="en-US"/>
        </a:p>
      </dgm:t>
    </dgm:pt>
    <dgm:pt modelId="{F8B5644F-EA87-4087-8FBE-D9DF7C1D4D31}">
      <dgm:prSet/>
      <dgm:spPr/>
      <dgm:t>
        <a:bodyPr/>
        <a:lstStyle/>
        <a:p>
          <a:r>
            <a:rPr lang="en-US"/>
            <a:t>Core Degree Correlation</a:t>
          </a:r>
        </a:p>
      </dgm:t>
    </dgm:pt>
    <dgm:pt modelId="{68C55ADC-2C9A-4AE9-892A-35DFCE5EFD4E}" type="parTrans" cxnId="{8AB32D49-38FB-486D-84E2-255E1308F41F}">
      <dgm:prSet/>
      <dgm:spPr/>
      <dgm:t>
        <a:bodyPr/>
        <a:lstStyle/>
        <a:p>
          <a:endParaRPr lang="en-US"/>
        </a:p>
      </dgm:t>
    </dgm:pt>
    <dgm:pt modelId="{A930D513-C36F-4339-9BC6-7ADD71B31771}" type="sibTrans" cxnId="{8AB32D49-38FB-486D-84E2-255E1308F41F}">
      <dgm:prSet/>
      <dgm:spPr/>
      <dgm:t>
        <a:bodyPr/>
        <a:lstStyle/>
        <a:p>
          <a:endParaRPr lang="en-US"/>
        </a:p>
      </dgm:t>
    </dgm:pt>
    <dgm:pt modelId="{1FED0FF3-4F44-472F-9D2B-8F74D9F00649}">
      <dgm:prSet/>
      <dgm:spPr/>
      <dgm:t>
        <a:bodyPr/>
        <a:lstStyle/>
        <a:p>
          <a:r>
            <a:rPr lang="en-US"/>
            <a:t>Variance Hierarchy Balance</a:t>
          </a:r>
        </a:p>
      </dgm:t>
    </dgm:pt>
    <dgm:pt modelId="{999CDEA6-001A-4B54-A50E-62495C6C8F11}" type="parTrans" cxnId="{B19A780E-F773-49B6-8400-05F27D84F83B}">
      <dgm:prSet/>
      <dgm:spPr/>
      <dgm:t>
        <a:bodyPr/>
        <a:lstStyle/>
        <a:p>
          <a:endParaRPr lang="en-US"/>
        </a:p>
      </dgm:t>
    </dgm:pt>
    <dgm:pt modelId="{74564602-5D37-41B4-BA5C-907C9CCC1709}" type="sibTrans" cxnId="{B19A780E-F773-49B6-8400-05F27D84F83B}">
      <dgm:prSet/>
      <dgm:spPr/>
      <dgm:t>
        <a:bodyPr/>
        <a:lstStyle/>
        <a:p>
          <a:endParaRPr lang="en-US"/>
        </a:p>
      </dgm:t>
    </dgm:pt>
    <dgm:pt modelId="{D1D59143-A3F6-4D6A-87D3-3D89A0CEE56D}">
      <dgm:prSet/>
      <dgm:spPr/>
      <dgm:t>
        <a:bodyPr/>
        <a:lstStyle/>
        <a:p>
          <a:r>
            <a:rPr lang="en-US"/>
            <a:t>Core Stability</a:t>
          </a:r>
        </a:p>
      </dgm:t>
    </dgm:pt>
    <dgm:pt modelId="{F3D93B77-F9B0-46B1-9D48-65829DAA0BD6}" type="parTrans" cxnId="{4DF0C83E-E733-41BC-888E-5DF8965DACE6}">
      <dgm:prSet/>
      <dgm:spPr/>
      <dgm:t>
        <a:bodyPr/>
        <a:lstStyle/>
        <a:p>
          <a:endParaRPr lang="en-US"/>
        </a:p>
      </dgm:t>
    </dgm:pt>
    <dgm:pt modelId="{E849AC1D-C643-4FFC-828D-6310C37A8C14}" type="sibTrans" cxnId="{4DF0C83E-E733-41BC-888E-5DF8965DACE6}">
      <dgm:prSet/>
      <dgm:spPr/>
      <dgm:t>
        <a:bodyPr/>
        <a:lstStyle/>
        <a:p>
          <a:endParaRPr lang="en-US"/>
        </a:p>
      </dgm:t>
    </dgm:pt>
    <dgm:pt modelId="{3279A28A-F40B-41D9-B776-8D0EC9A57C12}">
      <dgm:prSet/>
      <dgm:spPr/>
      <dgm:t>
        <a:bodyPr/>
        <a:lstStyle/>
        <a:p>
          <a:r>
            <a:rPr lang="en-US"/>
            <a:t>Core Stability</a:t>
          </a:r>
        </a:p>
      </dgm:t>
    </dgm:pt>
    <dgm:pt modelId="{05CAC4FA-059A-4F5F-9CA6-B35A14F883D5}" type="parTrans" cxnId="{6B05B4F7-F7CC-4DD8-AF45-3E6CC90E625B}">
      <dgm:prSet/>
      <dgm:spPr/>
      <dgm:t>
        <a:bodyPr/>
        <a:lstStyle/>
        <a:p>
          <a:endParaRPr lang="en-US"/>
        </a:p>
      </dgm:t>
    </dgm:pt>
    <dgm:pt modelId="{633A75EB-37E8-416C-91FC-0649DDD79EBF}" type="sibTrans" cxnId="{6B05B4F7-F7CC-4DD8-AF45-3E6CC90E625B}">
      <dgm:prSet/>
      <dgm:spPr/>
      <dgm:t>
        <a:bodyPr/>
        <a:lstStyle/>
        <a:p>
          <a:endParaRPr lang="en-US"/>
        </a:p>
      </dgm:t>
    </dgm:pt>
    <dgm:pt modelId="{E54EDCB6-96AE-4E13-88BB-0CC6AE9E561E}">
      <dgm:prSet/>
      <dgm:spPr/>
      <dgm:t>
        <a:bodyPr/>
        <a:lstStyle/>
        <a:p>
          <a:r>
            <a:rPr lang="en-US"/>
            <a:t>Core Persistence</a:t>
          </a:r>
        </a:p>
      </dgm:t>
    </dgm:pt>
    <dgm:pt modelId="{E99511DB-2AC8-429E-9099-6569275B0884}" type="parTrans" cxnId="{0B29E34E-6BBC-4C21-8693-F64993A8F34F}">
      <dgm:prSet/>
      <dgm:spPr/>
      <dgm:t>
        <a:bodyPr/>
        <a:lstStyle/>
        <a:p>
          <a:endParaRPr lang="en-US"/>
        </a:p>
      </dgm:t>
    </dgm:pt>
    <dgm:pt modelId="{9450C7BD-8CBF-4BCC-B58A-35B1D4F2368E}" type="sibTrans" cxnId="{0B29E34E-6BBC-4C21-8693-F64993A8F34F}">
      <dgm:prSet/>
      <dgm:spPr/>
      <dgm:t>
        <a:bodyPr/>
        <a:lstStyle/>
        <a:p>
          <a:endParaRPr lang="en-US"/>
        </a:p>
      </dgm:t>
    </dgm:pt>
    <dgm:pt modelId="{1ECC4B9D-4E2C-452C-A02D-6AE442CB3F7F}">
      <dgm:prSet/>
      <dgm:spPr/>
      <dgm:t>
        <a:bodyPr/>
        <a:lstStyle/>
        <a:p>
          <a:r>
            <a:rPr lang="en-US"/>
            <a:t>Core Overlap</a:t>
          </a:r>
        </a:p>
      </dgm:t>
    </dgm:pt>
    <dgm:pt modelId="{C6CE7374-2A44-471A-9560-D4E89159F23C}" type="parTrans" cxnId="{136D0AC3-25FD-49EF-8222-12D622274648}">
      <dgm:prSet/>
      <dgm:spPr/>
      <dgm:t>
        <a:bodyPr/>
        <a:lstStyle/>
        <a:p>
          <a:endParaRPr lang="en-US"/>
        </a:p>
      </dgm:t>
    </dgm:pt>
    <dgm:pt modelId="{933053DD-B56B-4466-80B0-CB705BB71C0C}" type="sibTrans" cxnId="{136D0AC3-25FD-49EF-8222-12D622274648}">
      <dgm:prSet/>
      <dgm:spPr/>
      <dgm:t>
        <a:bodyPr/>
        <a:lstStyle/>
        <a:p>
          <a:endParaRPr lang="en-US"/>
        </a:p>
      </dgm:t>
    </dgm:pt>
    <dgm:pt modelId="{0D44B486-B6AD-46A5-B6F9-C494C04F0753}">
      <dgm:prSet/>
      <dgm:spPr/>
      <dgm:t>
        <a:bodyPr/>
        <a:lstStyle/>
        <a:p>
          <a:r>
            <a:rPr lang="en-US"/>
            <a:t>Core Quality</a:t>
          </a:r>
        </a:p>
      </dgm:t>
    </dgm:pt>
    <dgm:pt modelId="{BE4CFB9C-4CA9-4FB4-AE32-D6BC8FE7AD8D}" type="parTrans" cxnId="{85009C52-A76F-426C-882C-495F8B6A1723}">
      <dgm:prSet/>
      <dgm:spPr/>
      <dgm:t>
        <a:bodyPr/>
        <a:lstStyle/>
        <a:p>
          <a:endParaRPr lang="en-US"/>
        </a:p>
      </dgm:t>
    </dgm:pt>
    <dgm:pt modelId="{33F2A8CD-B834-4FA9-BEF3-7DB1090834B5}" type="sibTrans" cxnId="{85009C52-A76F-426C-882C-495F8B6A1723}">
      <dgm:prSet/>
      <dgm:spPr/>
      <dgm:t>
        <a:bodyPr/>
        <a:lstStyle/>
        <a:p>
          <a:endParaRPr lang="en-US"/>
        </a:p>
      </dgm:t>
    </dgm:pt>
    <dgm:pt modelId="{42FC49B5-BA16-4CAF-97E0-C337FAB2B5A6}">
      <dgm:prSet/>
      <dgm:spPr/>
      <dgm:t>
        <a:bodyPr/>
        <a:lstStyle/>
        <a:p>
          <a:r>
            <a:rPr lang="en-US"/>
            <a:t>Core Modularity</a:t>
          </a:r>
        </a:p>
      </dgm:t>
    </dgm:pt>
    <dgm:pt modelId="{C39BACB6-F0E4-4DE1-9579-B93E4F01EC8C}" type="parTrans" cxnId="{4A74507B-3E3A-4FB4-A78D-4C09A451E0BA}">
      <dgm:prSet/>
      <dgm:spPr/>
      <dgm:t>
        <a:bodyPr/>
        <a:lstStyle/>
        <a:p>
          <a:endParaRPr lang="en-US"/>
        </a:p>
      </dgm:t>
    </dgm:pt>
    <dgm:pt modelId="{1EBFC9A0-388C-4E79-BF44-19C1E425243A}" type="sibTrans" cxnId="{4A74507B-3E3A-4FB4-A78D-4C09A451E0BA}">
      <dgm:prSet/>
      <dgm:spPr/>
      <dgm:t>
        <a:bodyPr/>
        <a:lstStyle/>
        <a:p>
          <a:endParaRPr lang="en-US"/>
        </a:p>
      </dgm:t>
    </dgm:pt>
    <dgm:pt modelId="{A858589F-23F7-443C-9259-F1346A2F4ED3}">
      <dgm:prSet/>
      <dgm:spPr/>
      <dgm:t>
        <a:bodyPr/>
        <a:lstStyle/>
        <a:p>
          <a:r>
            <a:rPr lang="en-US"/>
            <a:t>Core Cohesion</a:t>
          </a:r>
        </a:p>
      </dgm:t>
    </dgm:pt>
    <dgm:pt modelId="{E01E7C16-039C-4305-98AD-1FEBFA5DD9A6}" type="parTrans" cxnId="{BA1F92E7-5283-461A-AC63-09D1C2E469DC}">
      <dgm:prSet/>
      <dgm:spPr/>
      <dgm:t>
        <a:bodyPr/>
        <a:lstStyle/>
        <a:p>
          <a:endParaRPr lang="en-US"/>
        </a:p>
      </dgm:t>
    </dgm:pt>
    <dgm:pt modelId="{66BB7AE2-3E6C-4C65-A905-61AC5BE69744}" type="sibTrans" cxnId="{BA1F92E7-5283-461A-AC63-09D1C2E469DC}">
      <dgm:prSet/>
      <dgm:spPr/>
      <dgm:t>
        <a:bodyPr/>
        <a:lstStyle/>
        <a:p>
          <a:endParaRPr lang="en-US"/>
        </a:p>
      </dgm:t>
    </dgm:pt>
    <dgm:pt modelId="{DCF1C20D-78CC-425B-A8AB-E378FFF1A140}">
      <dgm:prSet/>
      <dgm:spPr/>
      <dgm:t>
        <a:bodyPr/>
        <a:lstStyle/>
        <a:p>
          <a:r>
            <a:rPr lang="en-US"/>
            <a:t>Core Separation</a:t>
          </a:r>
        </a:p>
      </dgm:t>
    </dgm:pt>
    <dgm:pt modelId="{6AC8C909-DEDF-4B64-9FEE-0FD02F927F77}" type="parTrans" cxnId="{89236ABD-14F3-47CF-B539-FCCBC0134DA5}">
      <dgm:prSet/>
      <dgm:spPr/>
      <dgm:t>
        <a:bodyPr/>
        <a:lstStyle/>
        <a:p>
          <a:endParaRPr lang="en-US"/>
        </a:p>
      </dgm:t>
    </dgm:pt>
    <dgm:pt modelId="{6CCD0389-DB6A-4B01-96EC-9330E2449969}" type="sibTrans" cxnId="{89236ABD-14F3-47CF-B539-FCCBC0134DA5}">
      <dgm:prSet/>
      <dgm:spPr/>
      <dgm:t>
        <a:bodyPr/>
        <a:lstStyle/>
        <a:p>
          <a:endParaRPr lang="en-US"/>
        </a:p>
      </dgm:t>
    </dgm:pt>
    <dgm:pt modelId="{A6AE7C0D-86E2-4EE7-9623-B897A0C72774}">
      <dgm:prSet/>
      <dgm:spPr/>
      <dgm:t>
        <a:bodyPr/>
        <a:lstStyle/>
        <a:p>
          <a:r>
            <a:rPr lang="en-US"/>
            <a:t>Core Compactness</a:t>
          </a:r>
        </a:p>
      </dgm:t>
    </dgm:pt>
    <dgm:pt modelId="{5802845A-197D-4342-8809-3844A9DDF757}" type="parTrans" cxnId="{5CBA8972-9703-4302-A070-B28EAD7EA42E}">
      <dgm:prSet/>
      <dgm:spPr/>
      <dgm:t>
        <a:bodyPr/>
        <a:lstStyle/>
        <a:p>
          <a:endParaRPr lang="en-US"/>
        </a:p>
      </dgm:t>
    </dgm:pt>
    <dgm:pt modelId="{2709D07F-8F70-4B47-8BB7-9E8CC072498B}" type="sibTrans" cxnId="{5CBA8972-9703-4302-A070-B28EAD7EA42E}">
      <dgm:prSet/>
      <dgm:spPr/>
      <dgm:t>
        <a:bodyPr/>
        <a:lstStyle/>
        <a:p>
          <a:endParaRPr lang="en-US"/>
        </a:p>
      </dgm:t>
    </dgm:pt>
    <dgm:pt modelId="{B60E75ED-BC31-4935-A23A-BF3743B13478}">
      <dgm:prSet/>
      <dgm:spPr/>
      <dgm:t>
        <a:bodyPr/>
        <a:lstStyle/>
        <a:p>
          <a:r>
            <a:rPr lang="en-US"/>
            <a:t>Core Connectivity Share</a:t>
          </a:r>
        </a:p>
      </dgm:t>
    </dgm:pt>
    <dgm:pt modelId="{C063D3CC-2662-497E-B9B8-DC241AE94B5E}" type="parTrans" cxnId="{1083AF36-AD58-45FE-8CE6-EEB2412936B8}">
      <dgm:prSet/>
      <dgm:spPr/>
      <dgm:t>
        <a:bodyPr/>
        <a:lstStyle/>
        <a:p>
          <a:endParaRPr lang="en-US"/>
        </a:p>
      </dgm:t>
    </dgm:pt>
    <dgm:pt modelId="{7733B6CA-C44A-40EF-90B4-F3D8DC731E67}" type="sibTrans" cxnId="{1083AF36-AD58-45FE-8CE6-EEB2412936B8}">
      <dgm:prSet/>
      <dgm:spPr/>
      <dgm:t>
        <a:bodyPr/>
        <a:lstStyle/>
        <a:p>
          <a:endParaRPr lang="en-US"/>
        </a:p>
      </dgm:t>
    </dgm:pt>
    <dgm:pt modelId="{182F78E3-3A2A-436B-B8D2-4B70160F4C22}">
      <dgm:prSet/>
      <dgm:spPr/>
      <dgm:t>
        <a:bodyPr/>
        <a:lstStyle/>
        <a:p>
          <a:r>
            <a:rPr lang="en-US"/>
            <a:t>Core Interior Ratio</a:t>
          </a:r>
        </a:p>
      </dgm:t>
    </dgm:pt>
    <dgm:pt modelId="{B1FB1B92-BB3C-4334-B678-329901BCCC4E}" type="parTrans" cxnId="{7805C3EE-DF3A-4C41-93FC-408421C3A01D}">
      <dgm:prSet/>
      <dgm:spPr/>
      <dgm:t>
        <a:bodyPr/>
        <a:lstStyle/>
        <a:p>
          <a:endParaRPr lang="en-US"/>
        </a:p>
      </dgm:t>
    </dgm:pt>
    <dgm:pt modelId="{E37B9990-6044-405C-A677-24C8D8B08957}" type="sibTrans" cxnId="{7805C3EE-DF3A-4C41-93FC-408421C3A01D}">
      <dgm:prSet/>
      <dgm:spPr/>
      <dgm:t>
        <a:bodyPr/>
        <a:lstStyle/>
        <a:p>
          <a:endParaRPr lang="en-US"/>
        </a:p>
      </dgm:t>
    </dgm:pt>
    <dgm:pt modelId="{F71FAE0A-B884-442A-8CCC-9868C5E8F8E3}">
      <dgm:prSet/>
      <dgm:spPr/>
      <dgm:t>
        <a:bodyPr/>
        <a:lstStyle/>
        <a:p>
          <a:r>
            <a:rPr lang="en-US"/>
            <a:t>Core Expansion</a:t>
          </a:r>
        </a:p>
      </dgm:t>
    </dgm:pt>
    <dgm:pt modelId="{19767C7B-DA3D-418D-A2EC-EDA3AB016088}" type="parTrans" cxnId="{3C4749D7-9124-4081-90D6-D3B5BC1D168E}">
      <dgm:prSet/>
      <dgm:spPr/>
      <dgm:t>
        <a:bodyPr/>
        <a:lstStyle/>
        <a:p>
          <a:endParaRPr lang="en-US"/>
        </a:p>
      </dgm:t>
    </dgm:pt>
    <dgm:pt modelId="{06C3178B-7DB7-4201-B063-500F796E2B31}" type="sibTrans" cxnId="{3C4749D7-9124-4081-90D6-D3B5BC1D168E}">
      <dgm:prSet/>
      <dgm:spPr/>
      <dgm:t>
        <a:bodyPr/>
        <a:lstStyle/>
        <a:p>
          <a:endParaRPr lang="en-US"/>
        </a:p>
      </dgm:t>
    </dgm:pt>
    <dgm:pt modelId="{4E545048-A1AE-4CD5-8EA3-6EBD7BC118DE}">
      <dgm:prSet/>
      <dgm:spPr/>
      <dgm:t>
        <a:bodyPr/>
        <a:lstStyle/>
        <a:p>
          <a:endParaRPr lang="en-US"/>
        </a:p>
      </dgm:t>
    </dgm:pt>
    <dgm:pt modelId="{F8694489-B67C-49E1-831A-48A2F74DBFD8}" type="parTrans" cxnId="{16F46D99-EDBA-4180-8D35-99A153ED36A9}">
      <dgm:prSet/>
      <dgm:spPr/>
      <dgm:t>
        <a:bodyPr/>
        <a:lstStyle/>
        <a:p>
          <a:endParaRPr lang="en-US"/>
        </a:p>
      </dgm:t>
    </dgm:pt>
    <dgm:pt modelId="{CBDEA36E-EB7D-47F2-949C-61B34E42EC16}" type="sibTrans" cxnId="{16F46D99-EDBA-4180-8D35-99A153ED36A9}">
      <dgm:prSet/>
      <dgm:spPr/>
    </dgm:pt>
    <dgm:pt modelId="{09D92413-52FC-4A9C-BD00-37CDB2ED4ECB}">
      <dgm:prSet/>
      <dgm:spPr/>
      <dgm:t>
        <a:bodyPr/>
        <a:lstStyle/>
        <a:p>
          <a:endParaRPr lang="en-US"/>
        </a:p>
      </dgm:t>
    </dgm:pt>
    <dgm:pt modelId="{B39F8A30-5BD7-410D-A48C-05BB8895F351}" type="parTrans" cxnId="{0A5B08CF-F5F9-4771-B662-B85C93A94132}">
      <dgm:prSet/>
      <dgm:spPr/>
      <dgm:t>
        <a:bodyPr/>
        <a:lstStyle/>
        <a:p>
          <a:endParaRPr lang="en-US"/>
        </a:p>
      </dgm:t>
    </dgm:pt>
    <dgm:pt modelId="{8F105098-8708-4F85-8074-CEB5CC07262D}" type="sibTrans" cxnId="{0A5B08CF-F5F9-4771-B662-B85C93A94132}">
      <dgm:prSet/>
      <dgm:spPr/>
    </dgm:pt>
    <dgm:pt modelId="{24BDC9F0-7BAA-4133-AEF0-8343A9A1B9E3}">
      <dgm:prSet/>
      <dgm:spPr/>
      <dgm:t>
        <a:bodyPr/>
        <a:lstStyle/>
        <a:p>
          <a:endParaRPr lang="en-US"/>
        </a:p>
      </dgm:t>
    </dgm:pt>
    <dgm:pt modelId="{0AD36338-F261-41BC-91D6-76C41AF6587B}" type="parTrans" cxnId="{F77557AA-574D-40BA-B8F0-BECBDC3976D4}">
      <dgm:prSet/>
      <dgm:spPr/>
      <dgm:t>
        <a:bodyPr/>
        <a:lstStyle/>
        <a:p>
          <a:endParaRPr lang="en-US"/>
        </a:p>
      </dgm:t>
    </dgm:pt>
    <dgm:pt modelId="{3680F4C9-1720-4819-9B59-C0E8B2A759FD}" type="sibTrans" cxnId="{F77557AA-574D-40BA-B8F0-BECBDC3976D4}">
      <dgm:prSet/>
      <dgm:spPr/>
    </dgm:pt>
    <dgm:pt modelId="{8150A21E-BFFF-4C10-9A1B-2BF366A92BEF}">
      <dgm:prSet/>
      <dgm:spPr/>
      <dgm:t>
        <a:bodyPr/>
        <a:lstStyle/>
        <a:p>
          <a:endParaRPr lang="en-US"/>
        </a:p>
      </dgm:t>
    </dgm:pt>
    <dgm:pt modelId="{35598019-70D8-4ECA-8769-F704487EA118}" type="parTrans" cxnId="{F619733D-2866-4797-B3D4-E6FF7AB17193}">
      <dgm:prSet/>
      <dgm:spPr/>
      <dgm:t>
        <a:bodyPr/>
        <a:lstStyle/>
        <a:p>
          <a:endParaRPr lang="en-US"/>
        </a:p>
      </dgm:t>
    </dgm:pt>
    <dgm:pt modelId="{BE533B1A-4FE6-4009-BB22-4FEE10BD63AD}" type="sibTrans" cxnId="{F619733D-2866-4797-B3D4-E6FF7AB17193}">
      <dgm:prSet/>
      <dgm:spPr/>
    </dgm:pt>
    <dgm:pt modelId="{82360618-43C1-41F0-BBAD-86AD001C3DDB}">
      <dgm:prSet/>
      <dgm:spPr/>
      <dgm:t>
        <a:bodyPr/>
        <a:lstStyle/>
        <a:p>
          <a:endParaRPr lang="en-US"/>
        </a:p>
      </dgm:t>
    </dgm:pt>
    <dgm:pt modelId="{9B54C0A6-7BFD-4F25-93DB-6CD12BD31ABB}" type="parTrans" cxnId="{2731EDEE-7A92-4B14-BFE4-F0356A1EEDE4}">
      <dgm:prSet/>
      <dgm:spPr/>
      <dgm:t>
        <a:bodyPr/>
        <a:lstStyle/>
        <a:p>
          <a:endParaRPr lang="en-US"/>
        </a:p>
      </dgm:t>
    </dgm:pt>
    <dgm:pt modelId="{DD341FF0-6991-4BD7-BD66-C7A0A8992E16}" type="sibTrans" cxnId="{2731EDEE-7A92-4B14-BFE4-F0356A1EEDE4}">
      <dgm:prSet/>
      <dgm:spPr/>
    </dgm:pt>
    <dgm:pt modelId="{E567F8FA-7822-4EC3-ADB4-0BECFDF4A33F}">
      <dgm:prSet/>
      <dgm:spPr/>
      <dgm:t>
        <a:bodyPr/>
        <a:lstStyle/>
        <a:p>
          <a:endParaRPr lang="en-US" dirty="0"/>
        </a:p>
      </dgm:t>
    </dgm:pt>
    <dgm:pt modelId="{AA8E136C-75B1-45E7-A91C-26DD84E1EBF8}" type="parTrans" cxnId="{84C2A3FD-3ADC-4068-8A37-7AEBC7F07E57}">
      <dgm:prSet/>
      <dgm:spPr/>
      <dgm:t>
        <a:bodyPr/>
        <a:lstStyle/>
        <a:p>
          <a:endParaRPr lang="en-US"/>
        </a:p>
      </dgm:t>
    </dgm:pt>
    <dgm:pt modelId="{AF90338D-AFA5-4052-BFC3-74B0530E1C56}" type="sibTrans" cxnId="{84C2A3FD-3ADC-4068-8A37-7AEBC7F07E57}">
      <dgm:prSet/>
      <dgm:spPr/>
    </dgm:pt>
    <dgm:pt modelId="{151A95A3-DB0E-4A38-A106-9896A0FFC2BC}" type="pres">
      <dgm:prSet presAssocID="{F7641925-5EB9-4925-9C7D-B437DAE51CEB}" presName="Name0" presStyleCnt="0">
        <dgm:presLayoutVars>
          <dgm:dir/>
          <dgm:animLvl val="lvl"/>
          <dgm:resizeHandles val="exact"/>
        </dgm:presLayoutVars>
      </dgm:prSet>
      <dgm:spPr/>
    </dgm:pt>
    <dgm:pt modelId="{9B5B140B-AE64-4581-9DB1-BA7C4F016EEE}" type="pres">
      <dgm:prSet presAssocID="{DD53D786-1816-4E75-A54D-902D4E3C4F26}" presName="composite" presStyleCnt="0"/>
      <dgm:spPr/>
    </dgm:pt>
    <dgm:pt modelId="{8887946E-DDBB-432E-8BCA-5217C6EE1C0B}" type="pres">
      <dgm:prSet presAssocID="{DD53D786-1816-4E75-A54D-902D4E3C4F26}" presName="parTx" presStyleLbl="alignNode1" presStyleIdx="0" presStyleCnt="8">
        <dgm:presLayoutVars>
          <dgm:chMax val="0"/>
          <dgm:chPref val="0"/>
          <dgm:bulletEnabled val="1"/>
        </dgm:presLayoutVars>
      </dgm:prSet>
      <dgm:spPr/>
    </dgm:pt>
    <dgm:pt modelId="{944FFB25-881F-4173-94A0-BE4CBD62AA92}" type="pres">
      <dgm:prSet presAssocID="{DD53D786-1816-4E75-A54D-902D4E3C4F26}" presName="desTx" presStyleLbl="alignAccFollowNode1" presStyleIdx="0" presStyleCnt="8">
        <dgm:presLayoutVars>
          <dgm:bulletEnabled val="1"/>
        </dgm:presLayoutVars>
      </dgm:prSet>
      <dgm:spPr/>
    </dgm:pt>
    <dgm:pt modelId="{DCC90012-9878-440E-ABAE-38E46744F940}" type="pres">
      <dgm:prSet presAssocID="{3ECAB958-2700-4A54-89B6-28ACFE31B6E0}" presName="space" presStyleCnt="0"/>
      <dgm:spPr/>
    </dgm:pt>
    <dgm:pt modelId="{997C0DC2-9C8B-4DD9-931D-99A9D3D6FECE}" type="pres">
      <dgm:prSet presAssocID="{308182E1-E6BC-4D90-8656-CB5000FEF585}" presName="composite" presStyleCnt="0"/>
      <dgm:spPr/>
    </dgm:pt>
    <dgm:pt modelId="{23D85C53-35A9-4E1A-87D8-F8F546DC74A5}" type="pres">
      <dgm:prSet presAssocID="{308182E1-E6BC-4D90-8656-CB5000FEF585}" presName="parTx" presStyleLbl="alignNode1" presStyleIdx="1" presStyleCnt="8">
        <dgm:presLayoutVars>
          <dgm:chMax val="0"/>
          <dgm:chPref val="0"/>
          <dgm:bulletEnabled val="1"/>
        </dgm:presLayoutVars>
      </dgm:prSet>
      <dgm:spPr/>
    </dgm:pt>
    <dgm:pt modelId="{45600A54-5437-4449-9839-FDF1CCABA5BC}" type="pres">
      <dgm:prSet presAssocID="{308182E1-E6BC-4D90-8656-CB5000FEF585}" presName="desTx" presStyleLbl="alignAccFollowNode1" presStyleIdx="1" presStyleCnt="8">
        <dgm:presLayoutVars>
          <dgm:bulletEnabled val="1"/>
        </dgm:presLayoutVars>
      </dgm:prSet>
      <dgm:spPr/>
    </dgm:pt>
    <dgm:pt modelId="{3C92BF05-44D8-4511-88D4-FAFD0DEA116F}" type="pres">
      <dgm:prSet presAssocID="{3108B02A-374C-41A2-B54B-8E910CDF245D}" presName="space" presStyleCnt="0"/>
      <dgm:spPr/>
    </dgm:pt>
    <dgm:pt modelId="{AF4FE80D-A82A-4458-88A5-02A970C1CEDB}" type="pres">
      <dgm:prSet presAssocID="{8F66C54F-6C8F-4F64-8736-9F19C1602261}" presName="composite" presStyleCnt="0"/>
      <dgm:spPr/>
    </dgm:pt>
    <dgm:pt modelId="{D9A88F8F-B7F4-4681-8983-BF321B436850}" type="pres">
      <dgm:prSet presAssocID="{8F66C54F-6C8F-4F64-8736-9F19C1602261}" presName="parTx" presStyleLbl="alignNode1" presStyleIdx="2" presStyleCnt="8">
        <dgm:presLayoutVars>
          <dgm:chMax val="0"/>
          <dgm:chPref val="0"/>
          <dgm:bulletEnabled val="1"/>
        </dgm:presLayoutVars>
      </dgm:prSet>
      <dgm:spPr/>
    </dgm:pt>
    <dgm:pt modelId="{C71D0156-D98A-4B16-BC11-C9D0607E3BE2}" type="pres">
      <dgm:prSet presAssocID="{8F66C54F-6C8F-4F64-8736-9F19C1602261}" presName="desTx" presStyleLbl="alignAccFollowNode1" presStyleIdx="2" presStyleCnt="8">
        <dgm:presLayoutVars>
          <dgm:bulletEnabled val="1"/>
        </dgm:presLayoutVars>
      </dgm:prSet>
      <dgm:spPr/>
    </dgm:pt>
    <dgm:pt modelId="{CF087266-D8C0-4BDF-BBEA-6E9417F6BF95}" type="pres">
      <dgm:prSet presAssocID="{1A406E7B-6AA2-46D6-9DAC-FBFAFEAF5CDE}" presName="space" presStyleCnt="0"/>
      <dgm:spPr/>
    </dgm:pt>
    <dgm:pt modelId="{9C93FC02-FCEC-4C1D-B0B0-32F5FE3764AF}" type="pres">
      <dgm:prSet presAssocID="{080F2D43-02C5-46F2-9DD4-324A5E0C1A67}" presName="composite" presStyleCnt="0"/>
      <dgm:spPr/>
    </dgm:pt>
    <dgm:pt modelId="{7B5861E5-39A6-44BE-8ABE-54B97DAA6792}" type="pres">
      <dgm:prSet presAssocID="{080F2D43-02C5-46F2-9DD4-324A5E0C1A67}" presName="parTx" presStyleLbl="alignNode1" presStyleIdx="3" presStyleCnt="8">
        <dgm:presLayoutVars>
          <dgm:chMax val="0"/>
          <dgm:chPref val="0"/>
          <dgm:bulletEnabled val="1"/>
        </dgm:presLayoutVars>
      </dgm:prSet>
      <dgm:spPr/>
    </dgm:pt>
    <dgm:pt modelId="{26FB49CD-6789-4936-B0AA-8264E7732ECC}" type="pres">
      <dgm:prSet presAssocID="{080F2D43-02C5-46F2-9DD4-324A5E0C1A67}" presName="desTx" presStyleLbl="alignAccFollowNode1" presStyleIdx="3" presStyleCnt="8">
        <dgm:presLayoutVars>
          <dgm:bulletEnabled val="1"/>
        </dgm:presLayoutVars>
      </dgm:prSet>
      <dgm:spPr/>
    </dgm:pt>
    <dgm:pt modelId="{06D60991-5CC9-4C0F-9C05-A2713F976A0D}" type="pres">
      <dgm:prSet presAssocID="{0D144BF8-250E-46D5-ADF4-3980F346D463}" presName="space" presStyleCnt="0"/>
      <dgm:spPr/>
    </dgm:pt>
    <dgm:pt modelId="{6ACBDC28-7F34-4E16-80F4-C19E86DB5CBA}" type="pres">
      <dgm:prSet presAssocID="{F4D2C461-2A4A-457D-BBF7-67DED2CD6FB6}" presName="composite" presStyleCnt="0"/>
      <dgm:spPr/>
    </dgm:pt>
    <dgm:pt modelId="{FA5C98E6-DCFF-4984-8F07-EE075C41A1A8}" type="pres">
      <dgm:prSet presAssocID="{F4D2C461-2A4A-457D-BBF7-67DED2CD6FB6}" presName="parTx" presStyleLbl="alignNode1" presStyleIdx="4" presStyleCnt="8">
        <dgm:presLayoutVars>
          <dgm:chMax val="0"/>
          <dgm:chPref val="0"/>
          <dgm:bulletEnabled val="1"/>
        </dgm:presLayoutVars>
      </dgm:prSet>
      <dgm:spPr/>
    </dgm:pt>
    <dgm:pt modelId="{85989FA1-F310-476C-A477-22AD0B20486B}" type="pres">
      <dgm:prSet presAssocID="{F4D2C461-2A4A-457D-BBF7-67DED2CD6FB6}" presName="desTx" presStyleLbl="alignAccFollowNode1" presStyleIdx="4" presStyleCnt="8">
        <dgm:presLayoutVars>
          <dgm:bulletEnabled val="1"/>
        </dgm:presLayoutVars>
      </dgm:prSet>
      <dgm:spPr/>
    </dgm:pt>
    <dgm:pt modelId="{B932A695-EACB-4941-95F6-CC15C1B59B19}" type="pres">
      <dgm:prSet presAssocID="{39510B92-ED5C-4760-86AE-CB97184202CA}" presName="space" presStyleCnt="0"/>
      <dgm:spPr/>
    </dgm:pt>
    <dgm:pt modelId="{39E48970-6EF4-4AB4-8126-86803FD2F7D4}" type="pres">
      <dgm:prSet presAssocID="{E0ED4376-A914-47B1-882A-C2401667C808}" presName="composite" presStyleCnt="0"/>
      <dgm:spPr/>
    </dgm:pt>
    <dgm:pt modelId="{A17BDC2F-68D5-4346-B27C-DFBCA0E7F97D}" type="pres">
      <dgm:prSet presAssocID="{E0ED4376-A914-47B1-882A-C2401667C808}" presName="parTx" presStyleLbl="alignNode1" presStyleIdx="5" presStyleCnt="8">
        <dgm:presLayoutVars>
          <dgm:chMax val="0"/>
          <dgm:chPref val="0"/>
          <dgm:bulletEnabled val="1"/>
        </dgm:presLayoutVars>
      </dgm:prSet>
      <dgm:spPr/>
    </dgm:pt>
    <dgm:pt modelId="{E63122BF-D8A4-4E65-B97A-B994EE4FBAD4}" type="pres">
      <dgm:prSet presAssocID="{E0ED4376-A914-47B1-882A-C2401667C808}" presName="desTx" presStyleLbl="alignAccFollowNode1" presStyleIdx="5" presStyleCnt="8">
        <dgm:presLayoutVars>
          <dgm:bulletEnabled val="1"/>
        </dgm:presLayoutVars>
      </dgm:prSet>
      <dgm:spPr/>
    </dgm:pt>
    <dgm:pt modelId="{91ADCF4B-BBC9-44C3-8036-A45E6A9DAA56}" type="pres">
      <dgm:prSet presAssocID="{BA2581DC-6EAB-46B8-9913-556BE25875B8}" presName="space" presStyleCnt="0"/>
      <dgm:spPr/>
    </dgm:pt>
    <dgm:pt modelId="{D7312921-A65B-44C0-9125-7A05FB0769D0}" type="pres">
      <dgm:prSet presAssocID="{373FC07B-2E46-4784-A14A-BDAEBDD2643A}" presName="composite" presStyleCnt="0"/>
      <dgm:spPr/>
    </dgm:pt>
    <dgm:pt modelId="{79B4F4D1-774D-468E-965E-D8A1341A54EF}" type="pres">
      <dgm:prSet presAssocID="{373FC07B-2E46-4784-A14A-BDAEBDD2643A}" presName="parTx" presStyleLbl="alignNode1" presStyleIdx="6" presStyleCnt="8">
        <dgm:presLayoutVars>
          <dgm:chMax val="0"/>
          <dgm:chPref val="0"/>
          <dgm:bulletEnabled val="1"/>
        </dgm:presLayoutVars>
      </dgm:prSet>
      <dgm:spPr/>
    </dgm:pt>
    <dgm:pt modelId="{E11A236A-C8EF-4DD9-A5FF-87B3E2BE8C64}" type="pres">
      <dgm:prSet presAssocID="{373FC07B-2E46-4784-A14A-BDAEBDD2643A}" presName="desTx" presStyleLbl="alignAccFollowNode1" presStyleIdx="6" presStyleCnt="8">
        <dgm:presLayoutVars>
          <dgm:bulletEnabled val="1"/>
        </dgm:presLayoutVars>
      </dgm:prSet>
      <dgm:spPr/>
    </dgm:pt>
    <dgm:pt modelId="{FB963F71-F01A-441D-A5B2-D0F217949AEB}" type="pres">
      <dgm:prSet presAssocID="{76F4050C-9CD3-41D0-AFD6-48BA83789224}" presName="space" presStyleCnt="0"/>
      <dgm:spPr/>
    </dgm:pt>
    <dgm:pt modelId="{FD4F5DD9-36BF-4A26-8BF1-C7DDE5C620C1}" type="pres">
      <dgm:prSet presAssocID="{0D2FC3AF-76F5-4AD3-B155-E033DB0AD881}" presName="composite" presStyleCnt="0"/>
      <dgm:spPr/>
    </dgm:pt>
    <dgm:pt modelId="{95C26BBE-D8A1-4242-BBB7-240603A83E1B}" type="pres">
      <dgm:prSet presAssocID="{0D2FC3AF-76F5-4AD3-B155-E033DB0AD881}" presName="parTx" presStyleLbl="alignNode1" presStyleIdx="7" presStyleCnt="8">
        <dgm:presLayoutVars>
          <dgm:chMax val="0"/>
          <dgm:chPref val="0"/>
          <dgm:bulletEnabled val="1"/>
        </dgm:presLayoutVars>
      </dgm:prSet>
      <dgm:spPr/>
    </dgm:pt>
    <dgm:pt modelId="{5F5B5C63-7633-47B3-A396-78BE2F426CB7}" type="pres">
      <dgm:prSet presAssocID="{0D2FC3AF-76F5-4AD3-B155-E033DB0AD881}" presName="desTx" presStyleLbl="alignAccFollowNode1" presStyleIdx="7" presStyleCnt="8">
        <dgm:presLayoutVars>
          <dgm:bulletEnabled val="1"/>
        </dgm:presLayoutVars>
      </dgm:prSet>
      <dgm:spPr/>
    </dgm:pt>
  </dgm:ptLst>
  <dgm:cxnLst>
    <dgm:cxn modelId="{9A123500-FC20-4B83-83A2-F4679C11A6C2}" type="presOf" srcId="{5084133C-3F69-4B6C-AFEF-857C580105B7}" destId="{944FFB25-881F-4173-94A0-BE4CBD62AA92}" srcOrd="0" destOrd="6" presId="urn:microsoft.com/office/officeart/2005/8/layout/hList1"/>
    <dgm:cxn modelId="{ED9F6C00-EFBD-4889-9089-3A91D19580B1}" srcId="{D0DDC36F-7DD5-40BB-B719-A74CBC74A90B}" destId="{871BD772-F42F-4450-ABFF-460AB906D492}" srcOrd="0" destOrd="0" parTransId="{1F2D0A1C-459D-4068-B93E-30C2DD596486}" sibTransId="{B10C6846-3F21-49A6-B10E-BE75B2E02B48}"/>
    <dgm:cxn modelId="{FF615000-90C0-45B1-928D-7F490B88B38C}" type="presOf" srcId="{82360618-43C1-41F0-BBAD-86AD001C3DDB}" destId="{944FFB25-881F-4173-94A0-BE4CBD62AA92}" srcOrd="0" destOrd="26" presId="urn:microsoft.com/office/officeart/2005/8/layout/hList1"/>
    <dgm:cxn modelId="{9C7E7801-2340-4BF9-AFF7-89BCFBF2657C}" type="presOf" srcId="{182F78E3-3A2A-436B-B8D2-4B70160F4C22}" destId="{5F5B5C63-7633-47B3-A396-78BE2F426CB7}" srcOrd="0" destOrd="27" presId="urn:microsoft.com/office/officeart/2005/8/layout/hList1"/>
    <dgm:cxn modelId="{65BF6404-EA2C-499B-96F1-C3DA38BEC643}" type="presOf" srcId="{55D76B9B-9DB9-4CEF-B630-2F0C82216CE5}" destId="{45600A54-5437-4449-9839-FDF1CCABA5BC}" srcOrd="0" destOrd="1" presId="urn:microsoft.com/office/officeart/2005/8/layout/hList1"/>
    <dgm:cxn modelId="{EAB18F06-6910-404A-8A7D-785347A257F8}" type="presOf" srcId="{A3FCFEC7-7AF0-42B9-9113-12F027B46125}" destId="{944FFB25-881F-4173-94A0-BE4CBD62AA92}" srcOrd="0" destOrd="5" presId="urn:microsoft.com/office/officeart/2005/8/layout/hList1"/>
    <dgm:cxn modelId="{675FED09-08BB-45F2-9FCC-09C9A4537F66}" srcId="{15046F7F-2DE3-4157-8F46-A370192050EE}" destId="{F0F74390-6CD0-494C-9684-2D6344CCA0C4}" srcOrd="0" destOrd="0" parTransId="{A5F6EE3E-6ADE-422F-A3DF-747F89037831}" sibTransId="{3EAE5F14-78C8-4125-8E87-C2A215E77FF4}"/>
    <dgm:cxn modelId="{7EF4FC09-EDC4-4DCE-8D38-C8048BDE4EC7}" type="presOf" srcId="{887CD94A-C544-4A26-8260-FFF27B8F47CB}" destId="{85989FA1-F310-476C-A477-22AD0B20486B}" srcOrd="0" destOrd="17" presId="urn:microsoft.com/office/officeart/2005/8/layout/hList1"/>
    <dgm:cxn modelId="{AA72420A-64E0-458B-96BA-DAD297EA96F6}" type="presOf" srcId="{0E76946B-C397-4970-AD9F-0014AEAC941D}" destId="{944FFB25-881F-4173-94A0-BE4CBD62AA92}" srcOrd="0" destOrd="11" presId="urn:microsoft.com/office/officeart/2005/8/layout/hList1"/>
    <dgm:cxn modelId="{740E640A-4EC2-4FCE-9C0A-CB6ABCDB0510}" srcId="{F7641925-5EB9-4925-9C7D-B437DAE51CEB}" destId="{080F2D43-02C5-46F2-9DD4-324A5E0C1A67}" srcOrd="3" destOrd="0" parTransId="{C4CD8C8E-CFDC-4D95-A361-979CA1FCCF7F}" sibTransId="{0D144BF8-250E-46D5-ADF4-3980F346D463}"/>
    <dgm:cxn modelId="{E884820A-EB9A-4C0B-B3D6-76ED4ECA606F}" type="presOf" srcId="{F4D2C461-2A4A-457D-BBF7-67DED2CD6FB6}" destId="{FA5C98E6-DCFF-4984-8F07-EE075C41A1A8}" srcOrd="0" destOrd="0" presId="urn:microsoft.com/office/officeart/2005/8/layout/hList1"/>
    <dgm:cxn modelId="{95A2CD0A-C6AD-41E9-A187-F47A87D4CDEE}" type="presOf" srcId="{3C8C0E34-F206-4308-B35F-6372CE6BEAE3}" destId="{5F5B5C63-7633-47B3-A396-78BE2F426CB7}" srcOrd="0" destOrd="7" presId="urn:microsoft.com/office/officeart/2005/8/layout/hList1"/>
    <dgm:cxn modelId="{A9F3660B-30A4-499B-87A9-58ECE65D16A3}" type="presOf" srcId="{9F3EF636-430D-4517-9DB0-4199A7770CF1}" destId="{85989FA1-F310-476C-A477-22AD0B20486B}" srcOrd="0" destOrd="2" presId="urn:microsoft.com/office/officeart/2005/8/layout/hList1"/>
    <dgm:cxn modelId="{56FA690C-253A-41FA-8F1F-9923DA3133FE}" type="presOf" srcId="{7CDE16E0-5883-4C00-8ABB-36154F57E69F}" destId="{C71D0156-D98A-4B16-BC11-C9D0607E3BE2}" srcOrd="0" destOrd="5" presId="urn:microsoft.com/office/officeart/2005/8/layout/hList1"/>
    <dgm:cxn modelId="{5937D30D-BC7C-421C-A0B7-F6A9CEB4DC23}" srcId="{308182E1-E6BC-4D90-8656-CB5000FEF585}" destId="{9D7A6D58-0140-4EFC-8EAD-590E80E3D50B}" srcOrd="4" destOrd="0" parTransId="{177C24C4-27D7-4690-811E-741C9834BE22}" sibTransId="{0FFD9718-4F99-4D78-815F-EA2EF7258C55}"/>
    <dgm:cxn modelId="{B19A780E-F773-49B6-8400-05F27D84F83B}" srcId="{F4DB7C5E-37B6-4DD3-8DD9-F5E60E6A0D76}" destId="{1FED0FF3-4F44-472F-9D2B-8F74D9F00649}" srcOrd="2" destOrd="0" parTransId="{999CDEA6-001A-4B54-A50E-62495C6C8F11}" sibTransId="{74564602-5D37-41B4-BA5C-907C9CCC1709}"/>
    <dgm:cxn modelId="{F0D6A90E-0602-49DB-9C32-9745DD512DE1}" srcId="{080F2D43-02C5-46F2-9DD4-324A5E0C1A67}" destId="{D53F03C1-223A-456D-B1C8-6F07B0F1CFFA}" srcOrd="7" destOrd="0" parTransId="{4B949AC2-EA14-4DEA-A01C-9C4EE5355D54}" sibTransId="{9D635A5D-5787-4104-89B0-C54F9B31E11C}"/>
    <dgm:cxn modelId="{7FFF0B11-642F-4461-A9C7-2D1EB2C72B1F}" srcId="{AFA16A3A-975A-4314-A32E-1E0A4327AEAF}" destId="{4C3CE386-92C0-42C8-8251-F64DF1799110}" srcOrd="2" destOrd="0" parTransId="{1A201762-1C49-4809-8E36-C41A7E3B8471}" sibTransId="{7DB77110-728C-429E-ABD3-7952012481D3}"/>
    <dgm:cxn modelId="{0A127811-CB17-4E52-A05C-2F396FF8B52A}" srcId="{1828E4CD-A971-47A1-8FBA-8B060675F2A9}" destId="{9E4C6DB0-1AEF-4451-B376-C065FAA88DA1}" srcOrd="5" destOrd="0" parTransId="{57334371-FED7-4C7E-A5CC-FF0FE0592C78}" sibTransId="{C3D217FD-9BF1-446F-B949-E4BE62EA1565}"/>
    <dgm:cxn modelId="{04735A11-8EC1-42E8-833D-9F987A776C2E}" type="presOf" srcId="{AD023A9F-1B1F-455C-804E-ABD4BAACC901}" destId="{E63122BF-D8A4-4E65-B97A-B994EE4FBAD4}" srcOrd="0" destOrd="2" presId="urn:microsoft.com/office/officeart/2005/8/layout/hList1"/>
    <dgm:cxn modelId="{F8DEED12-8C20-4927-9B5A-6F5249AE63C7}" srcId="{47090F01-2D13-457B-A319-82DDB5E65FD0}" destId="{DBAB5FD0-7ED5-44FC-B829-3282A6A9292C}" srcOrd="3" destOrd="0" parTransId="{5BE053EE-81DC-4EA0-B7B2-74C2687F3034}" sibTransId="{3C51B591-3E1C-463D-932E-AF115F61A44A}"/>
    <dgm:cxn modelId="{2E3F7C13-0492-4C07-BE05-A0AD466625A3}" type="presOf" srcId="{D73F24ED-8421-4929-9FCB-E385960D9E83}" destId="{5F5B5C63-7633-47B3-A396-78BE2F426CB7}" srcOrd="0" destOrd="2" presId="urn:microsoft.com/office/officeart/2005/8/layout/hList1"/>
    <dgm:cxn modelId="{04F28C13-F935-4B5B-918C-9F4FD42E5ECE}" srcId="{DD53D786-1816-4E75-A54D-902D4E3C4F26}" destId="{0E76946B-C397-4970-AD9F-0014AEAC941D}" srcOrd="11" destOrd="0" parTransId="{A1845A36-6CEF-4878-AA72-50F747E38728}" sibTransId="{91CA8CEA-8562-4DAD-BA19-2CA78671B919}"/>
    <dgm:cxn modelId="{C6761314-08DB-4F7D-BD62-8FDA73242908}" type="presOf" srcId="{1ECC4B9D-4E2C-452C-A02D-6AE442CB3F7F}" destId="{5F5B5C63-7633-47B3-A396-78BE2F426CB7}" srcOrd="0" destOrd="20" presId="urn:microsoft.com/office/officeart/2005/8/layout/hList1"/>
    <dgm:cxn modelId="{F4A05515-A282-4383-B0A3-7FFBC9A7DD6B}" srcId="{080F2D43-02C5-46F2-9DD4-324A5E0C1A67}" destId="{CE00D221-1D1D-4295-A54C-A79E7C3C2CF7}" srcOrd="6" destOrd="0" parTransId="{D8B974FB-1DED-48C3-93DE-862D67BED0C3}" sibTransId="{2323E9B0-B37C-4F3F-92A8-B25B9CB6A01D}"/>
    <dgm:cxn modelId="{F6DA8D15-9D8D-4649-B1BA-BDC3191140AE}" type="presOf" srcId="{E54EDCB6-96AE-4E13-88BB-0CC6AE9E561E}" destId="{5F5B5C63-7633-47B3-A396-78BE2F426CB7}" srcOrd="0" destOrd="19" presId="urn:microsoft.com/office/officeart/2005/8/layout/hList1"/>
    <dgm:cxn modelId="{2F7E0A16-5DBF-4100-A0BD-FF983B6217C7}" type="presOf" srcId="{54510D08-985B-4545-B952-07BEF1845699}" destId="{944FFB25-881F-4173-94A0-BE4CBD62AA92}" srcOrd="0" destOrd="18" presId="urn:microsoft.com/office/officeart/2005/8/layout/hList1"/>
    <dgm:cxn modelId="{728E5B16-FDF8-4342-A6B1-1F47484495C5}" type="presOf" srcId="{602CD6CF-CF4A-4E6B-B749-FD9DA87B9128}" destId="{45600A54-5437-4449-9839-FDF1CCABA5BC}" srcOrd="0" destOrd="0" presId="urn:microsoft.com/office/officeart/2005/8/layout/hList1"/>
    <dgm:cxn modelId="{DA0A8D16-65D6-4810-968E-000827E0FD9E}" type="presOf" srcId="{A503A1C4-8BBA-4396-AE63-E83579EC96DE}" destId="{C71D0156-D98A-4B16-BC11-C9D0607E3BE2}" srcOrd="0" destOrd="2" presId="urn:microsoft.com/office/officeart/2005/8/layout/hList1"/>
    <dgm:cxn modelId="{4BB29619-EC3F-435B-B527-9F668878BCC6}" type="presOf" srcId="{BE0349CC-B9BD-4C54-9A16-55DE7C90C3E1}" destId="{944FFB25-881F-4173-94A0-BE4CBD62AA92}" srcOrd="0" destOrd="1" presId="urn:microsoft.com/office/officeart/2005/8/layout/hList1"/>
    <dgm:cxn modelId="{0837AB1A-E254-4875-8FBE-78A57BA49AE2}" type="presOf" srcId="{308182E1-E6BC-4D90-8656-CB5000FEF585}" destId="{23D85C53-35A9-4E1A-87D8-F8F546DC74A5}" srcOrd="0" destOrd="0" presId="urn:microsoft.com/office/officeart/2005/8/layout/hList1"/>
    <dgm:cxn modelId="{A717B21C-E74A-4DA7-A360-6D1878FEC77D}" type="presOf" srcId="{8FE3BAC1-BF4E-4517-841A-B976EBD7681B}" destId="{5F5B5C63-7633-47B3-A396-78BE2F426CB7}" srcOrd="0" destOrd="10" presId="urn:microsoft.com/office/officeart/2005/8/layout/hList1"/>
    <dgm:cxn modelId="{F93B2B1E-30BA-4928-9E92-663609F6F70A}" srcId="{F7641925-5EB9-4925-9C7D-B437DAE51CEB}" destId="{F4D2C461-2A4A-457D-BBF7-67DED2CD6FB6}" srcOrd="4" destOrd="0" parTransId="{C10441B4-0B5F-47F8-A7AD-0C578E9C4CA7}" sibTransId="{39510B92-ED5C-4760-86AE-CB97184202CA}"/>
    <dgm:cxn modelId="{DD9C5C1E-9E7C-4FC3-B3D6-5C0BEDE4680A}" type="presOf" srcId="{3A4C4314-0880-46C2-9A54-0E1B0BE97F17}" destId="{C71D0156-D98A-4B16-BC11-C9D0607E3BE2}" srcOrd="0" destOrd="0" presId="urn:microsoft.com/office/officeart/2005/8/layout/hList1"/>
    <dgm:cxn modelId="{B68B6C21-8D4B-467A-8F87-A9C41AA0DF9B}" type="presOf" srcId="{F34C1D91-5CB5-4E3D-91B6-CF3CB72B6B7F}" destId="{45600A54-5437-4449-9839-FDF1CCABA5BC}" srcOrd="0" destOrd="3" presId="urn:microsoft.com/office/officeart/2005/8/layout/hList1"/>
    <dgm:cxn modelId="{56FB6E21-7D94-4FF6-BA90-7D20A914FF6B}" srcId="{15046F7F-2DE3-4157-8F46-A370192050EE}" destId="{A2CC9291-A9A0-477A-A2ED-A94B4CA7EB7B}" srcOrd="2" destOrd="0" parTransId="{E23F7626-65CF-4D63-AF4B-68226FFCF20D}" sibTransId="{DE31ADF5-8677-4CD5-8624-0EF99A1549F6}"/>
    <dgm:cxn modelId="{13494D22-6B4C-4CEA-9D48-E4EF4FD0023D}" srcId="{F4D2C461-2A4A-457D-BBF7-67DED2CD6FB6}" destId="{1828E4CD-A971-47A1-8FBA-8B060675F2A9}" srcOrd="1" destOrd="0" parTransId="{F5154341-9095-4F07-B370-1FD808A70D71}" sibTransId="{4132CA91-6FC2-476E-A829-BD493E5792A3}"/>
    <dgm:cxn modelId="{F9EEFB23-B557-4AC5-8AF2-3BB704D7F708}" srcId="{1828E4CD-A971-47A1-8FBA-8B060675F2A9}" destId="{E49A4639-ADCD-44D3-86F9-7E9A4F63716A}" srcOrd="8" destOrd="0" parTransId="{B039CA1B-D503-4D45-BD8D-588E7734F83C}" sibTransId="{A9C30687-FDCE-4C7C-A2D6-47D6F3CBEAAA}"/>
    <dgm:cxn modelId="{A7240D24-DCB5-498B-98DE-A2A57791BD06}" srcId="{DD53D786-1816-4E75-A54D-902D4E3C4F26}" destId="{5084133C-3F69-4B6C-AFEF-857C580105B7}" srcOrd="6" destOrd="0" parTransId="{A48E0D87-E5E2-4B78-A74D-C41DE6D75EFF}" sibTransId="{BC506C99-A7AC-406D-81A8-47758F7008CB}"/>
    <dgm:cxn modelId="{E0187D24-0883-45E6-9EA1-0FF54720D4C8}" type="presOf" srcId="{F73986F5-CA16-471D-A80A-C1BE2EF3C08E}" destId="{944FFB25-881F-4173-94A0-BE4CBD62AA92}" srcOrd="0" destOrd="19" presId="urn:microsoft.com/office/officeart/2005/8/layout/hList1"/>
    <dgm:cxn modelId="{56139B24-ECC3-4EEF-BEC9-0AB8414FDEE1}" type="presOf" srcId="{2F5A547F-389B-4599-A793-7382821F072A}" destId="{85989FA1-F310-476C-A477-22AD0B20486B}" srcOrd="0" destOrd="19" presId="urn:microsoft.com/office/officeart/2005/8/layout/hList1"/>
    <dgm:cxn modelId="{A410E225-B2EE-4472-AB99-FBC91A1A53DE}" type="presOf" srcId="{D0DDC36F-7DD5-40BB-B719-A74CBC74A90B}" destId="{5F5B5C63-7633-47B3-A396-78BE2F426CB7}" srcOrd="0" destOrd="4" presId="urn:microsoft.com/office/officeart/2005/8/layout/hList1"/>
    <dgm:cxn modelId="{0E68B626-F0C8-4505-8A12-F1B85275ED9F}" srcId="{DD53D786-1816-4E75-A54D-902D4E3C4F26}" destId="{1469CE35-18A3-44D6-BEB9-53E02F9AF899}" srcOrd="15" destOrd="0" parTransId="{82D50AAE-2E26-4C8B-8E97-2FCB882557BB}" sibTransId="{B4EB03BF-D634-4C9A-8D1A-4FBCD66FA92C}"/>
    <dgm:cxn modelId="{2DA1E427-82DA-4DD5-A5AA-B79DA2C5E2D0}" srcId="{4062ECD3-6609-4728-9FB5-89A04AF4E566}" destId="{8BBCD78C-DBFA-433A-9AA5-3B429DA1C559}" srcOrd="2" destOrd="0" parTransId="{1FB1FB96-B104-4B17-982C-929A24FEE795}" sibTransId="{FEBD546A-48AB-4F95-9070-84DB53E7CD74}"/>
    <dgm:cxn modelId="{1121D328-FDA2-44D7-937B-B9C862AF0249}" type="presOf" srcId="{C44A5B03-2585-409E-AC81-A323BE0FBC07}" destId="{944FFB25-881F-4173-94A0-BE4CBD62AA92}" srcOrd="0" destOrd="14" presId="urn:microsoft.com/office/officeart/2005/8/layout/hList1"/>
    <dgm:cxn modelId="{FF8CED2B-8FFC-408A-BFFD-F08844BFF294}" srcId="{15046F7F-2DE3-4157-8F46-A370192050EE}" destId="{D73F24ED-8421-4929-9FCB-E385960D9E83}" srcOrd="1" destOrd="0" parTransId="{31B0091B-3DE0-4320-9DF9-932C7F553AA1}" sibTransId="{F1682494-B0C9-48D3-B2AC-9F772315D6CD}"/>
    <dgm:cxn modelId="{6860582C-27B2-4DB8-86AA-59C88FD05979}" srcId="{1828E4CD-A971-47A1-8FBA-8B060675F2A9}" destId="{887CD94A-C544-4A26-8260-FFF27B8F47CB}" srcOrd="9" destOrd="0" parTransId="{3505C3A0-61EB-4E55-AEC1-86A9A359CECD}" sibTransId="{D82D1929-DB1D-4B7D-B544-BFD1226DAC33}"/>
    <dgm:cxn modelId="{61A1DB2C-ABD1-4F4A-B6DF-0A3E3BFB5609}" srcId="{1828E4CD-A971-47A1-8FBA-8B060675F2A9}" destId="{AECC34FF-BAB0-4319-B4A4-EF533C0AA35F}" srcOrd="1" destOrd="0" parTransId="{1E09B1D2-2B54-4EE4-B954-126E464BCB86}" sibTransId="{54E8360C-856B-40D8-9187-A1702F6F2FA1}"/>
    <dgm:cxn modelId="{A7D6892E-FF3D-4089-99EA-5DEADF6A9730}" srcId="{DD53D786-1816-4E75-A54D-902D4E3C4F26}" destId="{A3FCFEC7-7AF0-42B9-9113-12F027B46125}" srcOrd="5" destOrd="0" parTransId="{7458E867-6A1F-4858-AF6E-260C56F88B60}" sibTransId="{BBD40E3C-4FF3-46B9-B784-38A4ED870478}"/>
    <dgm:cxn modelId="{6795D42F-53E8-47F7-8954-7B78B9F20904}" type="presOf" srcId="{584670F6-418E-4F87-B3F4-F46F5F793633}" destId="{26FB49CD-6789-4936-B0AA-8264E7732ECC}" srcOrd="0" destOrd="2" presId="urn:microsoft.com/office/officeart/2005/8/layout/hList1"/>
    <dgm:cxn modelId="{42F76230-0F42-45B0-8BCE-6C9C33F4A097}" type="presOf" srcId="{D16BE45E-319E-4DCD-AAA4-547EB92F364E}" destId="{E11A236A-C8EF-4DD9-A5FF-87B3E2BE8C64}" srcOrd="0" destOrd="6" presId="urn:microsoft.com/office/officeart/2005/8/layout/hList1"/>
    <dgm:cxn modelId="{DEBBC631-D486-4E55-AD77-62B5C7EE61E9}" srcId="{DD53D786-1816-4E75-A54D-902D4E3C4F26}" destId="{54510D08-985B-4545-B952-07BEF1845699}" srcOrd="18" destOrd="0" parTransId="{DBBEBD24-6D73-467D-9CEE-FE9D50D2C003}" sibTransId="{96F81B83-0022-49F9-AC44-7660FE30F4FE}"/>
    <dgm:cxn modelId="{6BC92E32-6CA6-40D8-848B-7CE7DDCFEACF}" type="presOf" srcId="{80840CDF-308C-42CD-B1A0-A4FE3364F2C7}" destId="{85989FA1-F310-476C-A477-22AD0B20486B}" srcOrd="0" destOrd="5" presId="urn:microsoft.com/office/officeart/2005/8/layout/hList1"/>
    <dgm:cxn modelId="{9997B532-7A9F-4308-8CDA-9DB846E0503D}" type="presOf" srcId="{87119865-738E-4A4A-A085-E10801997D37}" destId="{944FFB25-881F-4173-94A0-BE4CBD62AA92}" srcOrd="0" destOrd="9" presId="urn:microsoft.com/office/officeart/2005/8/layout/hList1"/>
    <dgm:cxn modelId="{AC2AF433-80FD-4026-8ABC-348AA17E9247}" srcId="{308182E1-E6BC-4D90-8656-CB5000FEF585}" destId="{55D76B9B-9DB9-4CEF-B630-2F0C82216CE5}" srcOrd="1" destOrd="0" parTransId="{8F63DBB4-C412-42B5-A9C1-DC12D95D1889}" sibTransId="{6EECA654-A80F-40C9-A5CD-852C7FC47603}"/>
    <dgm:cxn modelId="{1083AF36-AD58-45FE-8CE6-EEB2412936B8}" srcId="{0D44B486-B6AD-46A5-B6F9-C494C04F0753}" destId="{B60E75ED-BC31-4935-A23A-BF3743B13478}" srcOrd="4" destOrd="0" parTransId="{C063D3CC-2662-497E-B9B8-DC241AE94B5E}" sibTransId="{7733B6CA-C44A-40EF-90B4-F3D8DC731E67}"/>
    <dgm:cxn modelId="{1C58DA3A-BCD3-4226-ABBE-7D7031B6DE97}" type="presOf" srcId="{F4DB7C5E-37B6-4DD3-8DD9-F5E60E6A0D76}" destId="{5F5B5C63-7633-47B3-A396-78BE2F426CB7}" srcOrd="0" destOrd="13" presId="urn:microsoft.com/office/officeart/2005/8/layout/hList1"/>
    <dgm:cxn modelId="{F619733D-2866-4797-B3D4-E6FF7AB17193}" srcId="{DD53D786-1816-4E75-A54D-902D4E3C4F26}" destId="{8150A21E-BFFF-4C10-9A1B-2BF366A92BEF}" srcOrd="25" destOrd="0" parTransId="{35598019-70D8-4ECA-8769-F704487EA118}" sibTransId="{BE533B1A-4FE6-4009-BB22-4FEE10BD63AD}"/>
    <dgm:cxn modelId="{D337F73D-296C-4C1A-8917-80E219A78C5C}" srcId="{F4D2C461-2A4A-457D-BBF7-67DED2CD6FB6}" destId="{AFA16A3A-975A-4314-A32E-1E0A4327AEAF}" srcOrd="2" destOrd="0" parTransId="{F1C91F04-2BBA-481B-8E14-CAB17A24A3A5}" sibTransId="{A8936898-67D7-45FE-918D-DA249B127AB0}"/>
    <dgm:cxn modelId="{E23F3C3E-EE83-4F4C-B012-D5326494F789}" type="presOf" srcId="{373FC07B-2E46-4784-A14A-BDAEBDD2643A}" destId="{79B4F4D1-774D-468E-965E-D8A1341A54EF}" srcOrd="0" destOrd="0" presId="urn:microsoft.com/office/officeart/2005/8/layout/hList1"/>
    <dgm:cxn modelId="{84CFA53E-A624-4188-BF73-32B54995E0EF}" type="presOf" srcId="{42FC49B5-BA16-4CAF-97E0-C337FAB2B5A6}" destId="{5F5B5C63-7633-47B3-A396-78BE2F426CB7}" srcOrd="0" destOrd="22" presId="urn:microsoft.com/office/officeart/2005/8/layout/hList1"/>
    <dgm:cxn modelId="{4DF0C83E-E733-41BC-888E-5DF8965DACE6}" srcId="{0D2FC3AF-76F5-4AD3-B155-E033DB0AD881}" destId="{D1D59143-A3F6-4D6A-87D3-3D89A0CEE56D}" srcOrd="4" destOrd="0" parTransId="{F3D93B77-F9B0-46B1-9D48-65829DAA0BD6}" sibTransId="{E849AC1D-C643-4FFC-828D-6310C37A8C14}"/>
    <dgm:cxn modelId="{9D7E4E40-A4CB-4A75-978C-06499ABB9B63}" type="presOf" srcId="{F0F74390-6CD0-494C-9684-2D6344CCA0C4}" destId="{5F5B5C63-7633-47B3-A396-78BE2F426CB7}" srcOrd="0" destOrd="1" presId="urn:microsoft.com/office/officeart/2005/8/layout/hList1"/>
    <dgm:cxn modelId="{FCFC465B-0BAF-4674-859D-FE1CCEAB6B84}" type="presOf" srcId="{4012024A-B25B-440A-A0DD-60542F5BB35C}" destId="{85989FA1-F310-476C-A477-22AD0B20486B}" srcOrd="0" destOrd="3" presId="urn:microsoft.com/office/officeart/2005/8/layout/hList1"/>
    <dgm:cxn modelId="{2512F45B-C4E6-46B9-A7E2-75959546FECC}" srcId="{8F66C54F-6C8F-4F64-8736-9F19C1602261}" destId="{A503A1C4-8BBA-4396-AE63-E83579EC96DE}" srcOrd="2" destOrd="0" parTransId="{9C7562D6-36AE-4C48-A291-AC36900B90CF}" sibTransId="{F14D9FA0-A902-448F-A73F-7087FC4F8021}"/>
    <dgm:cxn modelId="{A51D465D-7387-4F92-826E-C990B994D6F7}" srcId="{DD53D786-1816-4E75-A54D-902D4E3C4F26}" destId="{87119865-738E-4A4A-A085-E10801997D37}" srcOrd="9" destOrd="0" parTransId="{5BCCC83D-F0E3-4466-848A-5F4D9EA0E0FD}" sibTransId="{6BB56E26-0EEB-455F-BB11-69DC99B1F451}"/>
    <dgm:cxn modelId="{D00FB85D-3F32-48EF-92AD-6EAB28A12A4D}" srcId="{1828E4CD-A971-47A1-8FBA-8B060675F2A9}" destId="{DE71F5DB-28DB-42B8-BD81-F7BC36246C06}" srcOrd="7" destOrd="0" parTransId="{636F465F-781C-4CC7-9475-83E45FE6E309}" sibTransId="{53C5F0DB-F353-4509-B312-A67410449017}"/>
    <dgm:cxn modelId="{43C99D5E-186B-487F-905A-2593AE011809}" srcId="{D0DDC36F-7DD5-40BB-B719-A74CBC74A90B}" destId="{3C8C0E34-F206-4308-B35F-6372CE6BEAE3}" srcOrd="2" destOrd="0" parTransId="{5856F0BE-E06F-4AC9-A84B-43F5A9C273B8}" sibTransId="{CD5119D4-A171-4424-97EE-4453A806C072}"/>
    <dgm:cxn modelId="{04ABB760-54DA-4C69-823F-BCE8250A2879}" srcId="{373FC07B-2E46-4784-A14A-BDAEBDD2643A}" destId="{D16BE45E-319E-4DCD-AAA4-547EB92F364E}" srcOrd="6" destOrd="0" parTransId="{B1F6797F-B600-44F4-87DD-7E8D7588D7D5}" sibTransId="{5260907F-C8ED-478E-AE6D-749695BCC283}"/>
    <dgm:cxn modelId="{1A0EB261-C1D1-4881-A881-8967F489515B}" type="presOf" srcId="{D53F03C1-223A-456D-B1C8-6F07B0F1CFFA}" destId="{26FB49CD-6789-4936-B0AA-8264E7732ECC}" srcOrd="0" destOrd="7" presId="urn:microsoft.com/office/officeart/2005/8/layout/hList1"/>
    <dgm:cxn modelId="{35055B62-F00B-4977-983F-196C2CF1A236}" srcId="{373FC07B-2E46-4784-A14A-BDAEBDD2643A}" destId="{F27608A6-0786-4B39-B83C-581B1F948B30}" srcOrd="3" destOrd="0" parTransId="{90BE9844-C879-4EA6-90BD-BF1711B503C9}" sibTransId="{A8AB8733-B130-4F5E-9579-888A9B4043EE}"/>
    <dgm:cxn modelId="{37649444-6D87-4ADB-AF85-902A5209667B}" srcId="{F7641925-5EB9-4925-9C7D-B437DAE51CEB}" destId="{DD53D786-1816-4E75-A54D-902D4E3C4F26}" srcOrd="0" destOrd="0" parTransId="{681D4584-DE63-4D1E-A02E-D0E0CF4FF8A7}" sibTransId="{3ECAB958-2700-4A54-89B6-28ACFE31B6E0}"/>
    <dgm:cxn modelId="{D38C0645-9DE2-4C71-ABD9-81DAC2F0FF95}" srcId="{DD53D786-1816-4E75-A54D-902D4E3C4F26}" destId="{BE0349CC-B9BD-4C54-9A16-55DE7C90C3E1}" srcOrd="1" destOrd="0" parTransId="{372AB9C4-6862-42AD-AD2D-4EC2A43D14E9}" sibTransId="{D89F9FE9-056C-4F25-9136-4AB029B8AFE9}"/>
    <dgm:cxn modelId="{83245246-0272-4FC8-9374-66A0002F0FBB}" srcId="{373FC07B-2E46-4784-A14A-BDAEBDD2643A}" destId="{74BEA3D4-7B61-4A1D-A6A8-2731B2E21A67}" srcOrd="2" destOrd="0" parTransId="{8BF35AC0-6C6D-4DA8-9988-29AD2FBDC94D}" sibTransId="{AF26480F-A91F-424F-AF07-75198C4F2E22}"/>
    <dgm:cxn modelId="{A0B77A66-5EA0-4296-AE24-098445A60159}" type="presOf" srcId="{24BDC9F0-7BAA-4133-AEF0-8343A9A1B9E3}" destId="{944FFB25-881F-4173-94A0-BE4CBD62AA92}" srcOrd="0" destOrd="24" presId="urn:microsoft.com/office/officeart/2005/8/layout/hList1"/>
    <dgm:cxn modelId="{86CFDB66-E216-4EC0-A928-4E2D59B7EDC8}" type="presOf" srcId="{E3B47762-855B-4525-BD58-C4BA0D9F94E8}" destId="{85989FA1-F310-476C-A477-22AD0B20486B}" srcOrd="0" destOrd="14" presId="urn:microsoft.com/office/officeart/2005/8/layout/hList1"/>
    <dgm:cxn modelId="{B1882447-E212-4DAF-B83F-DD9590AA3A55}" type="presOf" srcId="{98DF98D2-E6C7-4595-AF84-98FC6E25B02C}" destId="{E63122BF-D8A4-4E65-B97A-B994EE4FBAD4}" srcOrd="0" destOrd="3" presId="urn:microsoft.com/office/officeart/2005/8/layout/hList1"/>
    <dgm:cxn modelId="{B78D5D47-2B92-45BF-8664-7FF358EF5E55}" srcId="{DD53D786-1816-4E75-A54D-902D4E3C4F26}" destId="{FED58EA0-2743-40E3-A197-1A3C4CB65948}" srcOrd="17" destOrd="0" parTransId="{25A977DF-3ADB-4FF5-A453-038CEB4A6E7A}" sibTransId="{4743498A-107E-4A10-93E2-76CB00700410}"/>
    <dgm:cxn modelId="{DAF07A67-5F46-4B4C-84C8-FCFD2CBF9BB0}" type="presOf" srcId="{BADC6FA9-BA57-46C7-B37C-4C328423654B}" destId="{E11A236A-C8EF-4DD9-A5FF-87B3E2BE8C64}" srcOrd="0" destOrd="0" presId="urn:microsoft.com/office/officeart/2005/8/layout/hList1"/>
    <dgm:cxn modelId="{FD654C68-83CB-4714-A819-D7F92F838B02}" type="presOf" srcId="{DCF1C20D-78CC-425B-A8AB-E378FFF1A140}" destId="{5F5B5C63-7633-47B3-A396-78BE2F426CB7}" srcOrd="0" destOrd="24" presId="urn:microsoft.com/office/officeart/2005/8/layout/hList1"/>
    <dgm:cxn modelId="{8AB32D49-38FB-486D-84E2-255E1308F41F}" srcId="{F4DB7C5E-37B6-4DD3-8DD9-F5E60E6A0D76}" destId="{F8B5644F-EA87-4087-8FBE-D9DF7C1D4D31}" srcOrd="1" destOrd="0" parTransId="{68C55ADC-2C9A-4AE9-892A-35DFCE5EFD4E}" sibTransId="{A930D513-C36F-4339-9BC6-7ADD71B31771}"/>
    <dgm:cxn modelId="{745B9169-2CB3-4139-8853-AF73606DE40B}" srcId="{47090F01-2D13-457B-A319-82DDB5E65FD0}" destId="{4012024A-B25B-440A-A0DD-60542F5BB35C}" srcOrd="2" destOrd="0" parTransId="{631BC9D5-42AE-462D-9A68-88C646760021}" sibTransId="{5BEFCAA5-B643-46DE-A31B-7AC43228F137}"/>
    <dgm:cxn modelId="{CA539B6A-B1A1-4E1A-B78A-02AAA62BFBB6}" type="presOf" srcId="{8FE71BD7-6D1C-4BE0-B9D3-B679E0A6B854}" destId="{944FFB25-881F-4173-94A0-BE4CBD62AA92}" srcOrd="0" destOrd="13" presId="urn:microsoft.com/office/officeart/2005/8/layout/hList1"/>
    <dgm:cxn modelId="{CF39EA4A-E80B-4A17-A8D3-750A31D9F155}" srcId="{E0ED4376-A914-47B1-882A-C2401667C808}" destId="{386FF8FD-5E4A-4931-8609-CC7BE924E93B}" srcOrd="1" destOrd="0" parTransId="{975B981F-6ACB-4E1B-8151-3A54C3475CE7}" sibTransId="{FD81F2C7-CA06-49B5-A9D8-A60120FE52C6}"/>
    <dgm:cxn modelId="{49E0F96A-DC97-48C0-8B6B-05EC4F44BD43}" type="presOf" srcId="{BAD75D79-2841-43CD-ADEC-D0D7B55F90AC}" destId="{85989FA1-F310-476C-A477-22AD0B20486B}" srcOrd="0" destOrd="11" presId="urn:microsoft.com/office/officeart/2005/8/layout/hList1"/>
    <dgm:cxn modelId="{7C0D7A6B-FA4D-4AEA-BF7B-DD93C6A4F065}" type="presOf" srcId="{2F3A6E08-1A55-49A6-A276-DC90DA50E8BE}" destId="{944FFB25-881F-4173-94A0-BE4CBD62AA92}" srcOrd="0" destOrd="21" presId="urn:microsoft.com/office/officeart/2005/8/layout/hList1"/>
    <dgm:cxn modelId="{0947734C-1A03-43DD-8841-F8033A5546C0}" srcId="{DD53D786-1816-4E75-A54D-902D4E3C4F26}" destId="{A16CC15B-8CB4-4123-B65B-24C02D970571}" srcOrd="0" destOrd="0" parTransId="{0D99CD96-FEDB-40E1-A096-FD521C5CAAA5}" sibTransId="{82528915-6B98-47D5-AEC6-6149A2A44F0A}"/>
    <dgm:cxn modelId="{C1EF2E6D-35F1-4CF1-8824-8F20C0EE26E4}" srcId="{F7641925-5EB9-4925-9C7D-B437DAE51CEB}" destId="{308182E1-E6BC-4D90-8656-CB5000FEF585}" srcOrd="1" destOrd="0" parTransId="{666DB84F-1B82-405B-BD4C-832B45C55394}" sibTransId="{3108B02A-374C-41A2-B54B-8E910CDF245D}"/>
    <dgm:cxn modelId="{6CE6CF4D-093C-478C-91A1-1AF24B2A7FAA}" type="presOf" srcId="{F7641925-5EB9-4925-9C7D-B437DAE51CEB}" destId="{151A95A3-DB0E-4A38-A106-9896A0FFC2BC}" srcOrd="0" destOrd="0" presId="urn:microsoft.com/office/officeart/2005/8/layout/hList1"/>
    <dgm:cxn modelId="{FF767C4E-75F6-41FF-9B03-B3E85B3EAFDD}" type="presOf" srcId="{4062ECD3-6609-4728-9FB5-89A04AF4E566}" destId="{5F5B5C63-7633-47B3-A396-78BE2F426CB7}" srcOrd="0" destOrd="9" presId="urn:microsoft.com/office/officeart/2005/8/layout/hList1"/>
    <dgm:cxn modelId="{0B29E34E-6BBC-4C21-8693-F64993A8F34F}" srcId="{D1D59143-A3F6-4D6A-87D3-3D89A0CEE56D}" destId="{E54EDCB6-96AE-4E13-88BB-0CC6AE9E561E}" srcOrd="1" destOrd="0" parTransId="{E99511DB-2AC8-429E-9099-6569275B0884}" sibTransId="{9450C7BD-8CBF-4BCC-B58A-35B1D4F2368E}"/>
    <dgm:cxn modelId="{D8755C6F-F27C-463C-B15B-705EF478CA4D}" type="presOf" srcId="{FBF8F2E8-B9F4-4C6A-B301-DED501B97BD1}" destId="{85989FA1-F310-476C-A477-22AD0B20486B}" srcOrd="0" destOrd="8" presId="urn:microsoft.com/office/officeart/2005/8/layout/hList1"/>
    <dgm:cxn modelId="{5864466F-C5AB-4EFD-A9A5-EB3A89CE71A0}" srcId="{47090F01-2D13-457B-A319-82DDB5E65FD0}" destId="{41B11A2F-C8E8-480A-ACF5-286E6539D3B2}" srcOrd="0" destOrd="0" parTransId="{C1C314C1-C07A-4BBB-8866-9D75615E1331}" sibTransId="{52CC2748-C44B-443F-BA53-64BDF2C847FB}"/>
    <dgm:cxn modelId="{0231934F-0072-4808-921F-FFC5DFE72118}" type="presOf" srcId="{76745294-E765-4CFB-BE63-861FAE9F03A8}" destId="{944FFB25-881F-4173-94A0-BE4CBD62AA92}" srcOrd="0" destOrd="2" presId="urn:microsoft.com/office/officeart/2005/8/layout/hList1"/>
    <dgm:cxn modelId="{DF9E0F50-7721-4C2B-9225-99F332240148}" type="presOf" srcId="{A2CC9291-A9A0-477A-A2ED-A94B4CA7EB7B}" destId="{5F5B5C63-7633-47B3-A396-78BE2F426CB7}" srcOrd="0" destOrd="3" presId="urn:microsoft.com/office/officeart/2005/8/layout/hList1"/>
    <dgm:cxn modelId="{C0A5ED50-573D-4E1F-A8FF-9A47C32C0758}" srcId="{E0ED4376-A914-47B1-882A-C2401667C808}" destId="{FB8A952B-C781-47B9-8002-98513E4DCCC2}" srcOrd="0" destOrd="0" parTransId="{33BFA1D8-FCC2-457C-9287-CC6392D69B5F}" sibTransId="{13FF3B22-E4A9-458A-AE6E-4D78F166C00B}"/>
    <dgm:cxn modelId="{4466FB71-82F2-42B5-A1DC-47FAEB00D800}" type="presOf" srcId="{8150A21E-BFFF-4C10-9A1B-2BF366A92BEF}" destId="{944FFB25-881F-4173-94A0-BE4CBD62AA92}" srcOrd="0" destOrd="25" presId="urn:microsoft.com/office/officeart/2005/8/layout/hList1"/>
    <dgm:cxn modelId="{5CBA8972-9703-4302-A070-B28EAD7EA42E}" srcId="{0D44B486-B6AD-46A5-B6F9-C494C04F0753}" destId="{A6AE7C0D-86E2-4EE7-9623-B897A0C72774}" srcOrd="3" destOrd="0" parTransId="{5802845A-197D-4342-8809-3844A9DDF757}" sibTransId="{2709D07F-8F70-4B47-8BB7-9E8CC072498B}"/>
    <dgm:cxn modelId="{B6D79252-3767-4A35-BBA6-CC5BF1F91E6B}" srcId="{DD53D786-1816-4E75-A54D-902D4E3C4F26}" destId="{7AC3463B-26AE-47F3-8161-5086CE24617F}" srcOrd="12" destOrd="0" parTransId="{2EA393E1-B945-4089-857F-F60FF6E1DF35}" sibTransId="{BFAA432A-79F8-4A73-8D65-7CE738A9218C}"/>
    <dgm:cxn modelId="{85009C52-A76F-426C-882C-495F8B6A1723}" srcId="{0D2FC3AF-76F5-4AD3-B155-E033DB0AD881}" destId="{0D44B486-B6AD-46A5-B6F9-C494C04F0753}" srcOrd="5" destOrd="0" parTransId="{BE4CFB9C-4CA9-4FB4-AE32-D6BC8FE7AD8D}" sibTransId="{33F2A8CD-B834-4FA9-BEF3-7DB1090834B5}"/>
    <dgm:cxn modelId="{A511CA52-81BF-49AE-90FF-3F3BA6A88C41}" srcId="{D0DDC36F-7DD5-40BB-B719-A74CBC74A90B}" destId="{02E36216-241F-4F85-BB95-413A6A68CABC}" srcOrd="3" destOrd="0" parTransId="{7103169C-7FE8-4765-ABD9-CDD101B053B1}" sibTransId="{3E0CAE03-576E-450B-AEC7-60C52AE17851}"/>
    <dgm:cxn modelId="{BAE87B73-C93C-4535-9548-068AE159C939}" type="presOf" srcId="{C44CEAB0-4856-4977-90A9-07BAB5980B3C}" destId="{944FFB25-881F-4173-94A0-BE4CBD62AA92}" srcOrd="0" destOrd="20" presId="urn:microsoft.com/office/officeart/2005/8/layout/hList1"/>
    <dgm:cxn modelId="{8E87B853-166B-4A39-8602-3CBB44ADD9FE}" type="presOf" srcId="{0463814C-DEBC-4D70-8EBF-9B7D3888C5F8}" destId="{26FB49CD-6789-4936-B0AA-8264E7732ECC}" srcOrd="0" destOrd="4" presId="urn:microsoft.com/office/officeart/2005/8/layout/hList1"/>
    <dgm:cxn modelId="{3F655574-C8B8-4427-BF4D-10C4044875AA}" type="presOf" srcId="{95BB1E5C-3EBF-4C74-A315-993FFB348DBB}" destId="{85989FA1-F310-476C-A477-22AD0B20486B}" srcOrd="0" destOrd="20" presId="urn:microsoft.com/office/officeart/2005/8/layout/hList1"/>
    <dgm:cxn modelId="{59C9B374-1902-4ACC-B1C1-45488014B105}" type="presOf" srcId="{E567F8FA-7822-4EC3-ADB4-0BECFDF4A33F}" destId="{944FFB25-881F-4173-94A0-BE4CBD62AA92}" srcOrd="0" destOrd="27" presId="urn:microsoft.com/office/officeart/2005/8/layout/hList1"/>
    <dgm:cxn modelId="{39FD2475-A151-441F-8AE3-640794F2B18A}" srcId="{47090F01-2D13-457B-A319-82DDB5E65FD0}" destId="{80840CDF-308C-42CD-B1A0-A4FE3364F2C7}" srcOrd="4" destOrd="0" parTransId="{6D7ED540-1B93-458E-8EB1-5B63CBA3B3A1}" sibTransId="{88CB31FB-1086-40BF-8D71-BF36E83DA341}"/>
    <dgm:cxn modelId="{CE337055-57B6-48BD-B945-6D4C8DE5C5D1}" type="presOf" srcId="{F4400BFB-5FC8-42BC-A876-3486488B29D8}" destId="{5F5B5C63-7633-47B3-A396-78BE2F426CB7}" srcOrd="0" destOrd="11" presId="urn:microsoft.com/office/officeart/2005/8/layout/hList1"/>
    <dgm:cxn modelId="{73809355-2E4D-432D-9073-D174964A7CCC}" srcId="{DD53D786-1816-4E75-A54D-902D4E3C4F26}" destId="{85FCC292-7467-4968-9BD2-A3583BB1608E}" srcOrd="7" destOrd="0" parTransId="{7C44387E-B1FC-45CC-A00E-BF432BD786F8}" sibTransId="{56756FC5-963F-4450-8E79-D70B51822B13}"/>
    <dgm:cxn modelId="{8304C255-D866-4354-A4EF-752598680A41}" srcId="{080F2D43-02C5-46F2-9DD4-324A5E0C1A67}" destId="{E253CB51-009E-4941-9BDA-DAF2B3C16384}" srcOrd="1" destOrd="0" parTransId="{AB67570E-54BD-4625-8C7B-592FECFABFB3}" sibTransId="{F6F60115-563E-418C-9B5F-451DC786D48C}"/>
    <dgm:cxn modelId="{87F5D376-1DA6-438B-9E71-36C473EE5262}" type="presOf" srcId="{F27608A6-0786-4B39-B83C-581B1F948B30}" destId="{E11A236A-C8EF-4DD9-A5FF-87B3E2BE8C64}" srcOrd="0" destOrd="3" presId="urn:microsoft.com/office/officeart/2005/8/layout/hList1"/>
    <dgm:cxn modelId="{65B80058-400B-4C46-8672-9124EFF77D18}" type="presOf" srcId="{080F2D43-02C5-46F2-9DD4-324A5E0C1A67}" destId="{7B5861E5-39A6-44BE-8ABE-54B97DAA6792}" srcOrd="0" destOrd="0" presId="urn:microsoft.com/office/officeart/2005/8/layout/hList1"/>
    <dgm:cxn modelId="{DE629C58-7ED0-45E8-9937-98BBD3C56A4D}" type="presOf" srcId="{912A1961-89BA-4AAE-B809-57109CE0E0EE}" destId="{C71D0156-D98A-4B16-BC11-C9D0607E3BE2}" srcOrd="0" destOrd="1" presId="urn:microsoft.com/office/officeart/2005/8/layout/hList1"/>
    <dgm:cxn modelId="{4EA6B858-4A32-4EA4-9230-BBFD3C4CAE9E}" type="presOf" srcId="{AFA16A3A-975A-4314-A32E-1E0A4327AEAF}" destId="{85989FA1-F310-476C-A477-22AD0B20486B}" srcOrd="0" destOrd="18" presId="urn:microsoft.com/office/officeart/2005/8/layout/hList1"/>
    <dgm:cxn modelId="{BDABC058-3CE3-4165-B31F-5D72081DD168}" srcId="{DD53D786-1816-4E75-A54D-902D4E3C4F26}" destId="{C6434FDE-91D5-4837-A97F-01314D098778}" srcOrd="8" destOrd="0" parTransId="{F6D63E79-199D-442A-B822-D9539609AB3F}" sibTransId="{D41A8ECB-26EF-44B7-A51A-15DB9A75F89C}"/>
    <dgm:cxn modelId="{C2359159-CC6B-4BC3-9FEE-C81E0DF882E6}" type="presOf" srcId="{E0ED4376-A914-47B1-882A-C2401667C808}" destId="{A17BDC2F-68D5-4346-B27C-DFBCA0E7F97D}" srcOrd="0" destOrd="0" presId="urn:microsoft.com/office/officeart/2005/8/layout/hList1"/>
    <dgm:cxn modelId="{43999D79-3965-4D06-B404-1A0770E39016}" srcId="{080F2D43-02C5-46F2-9DD4-324A5E0C1A67}" destId="{0463814C-DEBC-4D70-8EBF-9B7D3888C5F8}" srcOrd="4" destOrd="0" parTransId="{1E978344-884B-48AD-8729-B704D88551D0}" sibTransId="{0E0AFC75-184E-4F31-BC55-FA9A65AFC748}"/>
    <dgm:cxn modelId="{4A74507B-3E3A-4FB4-A78D-4C09A451E0BA}" srcId="{0D44B486-B6AD-46A5-B6F9-C494C04F0753}" destId="{42FC49B5-BA16-4CAF-97E0-C337FAB2B5A6}" srcOrd="0" destOrd="0" parTransId="{C39BACB6-F0E4-4DE1-9579-B93E4F01EC8C}" sibTransId="{1EBFC9A0-388C-4E79-BF44-19C1E425243A}"/>
    <dgm:cxn modelId="{658A867B-EE0A-4530-9D56-D6D4F61AD6A4}" type="presOf" srcId="{3279A28A-F40B-41D9-B776-8D0EC9A57C12}" destId="{5F5B5C63-7633-47B3-A396-78BE2F426CB7}" srcOrd="0" destOrd="18" presId="urn:microsoft.com/office/officeart/2005/8/layout/hList1"/>
    <dgm:cxn modelId="{66A6EF7E-43D8-4540-A219-9A77147C3FB3}" type="presOf" srcId="{15046F7F-2DE3-4157-8F46-A370192050EE}" destId="{5F5B5C63-7633-47B3-A396-78BE2F426CB7}" srcOrd="0" destOrd="0" presId="urn:microsoft.com/office/officeart/2005/8/layout/hList1"/>
    <dgm:cxn modelId="{DAB81E7F-BBBC-48E0-A4AC-C202DCFABB74}" type="presOf" srcId="{7AC3463B-26AE-47F3-8161-5086CE24617F}" destId="{944FFB25-881F-4173-94A0-BE4CBD62AA92}" srcOrd="0" destOrd="12" presId="urn:microsoft.com/office/officeart/2005/8/layout/hList1"/>
    <dgm:cxn modelId="{2A1CE97F-329A-42A5-A9F8-C6739F6B2BE9}" type="presOf" srcId="{C4B73AAC-8DAB-43B5-94C1-690A6670E6C8}" destId="{C71D0156-D98A-4B16-BC11-C9D0607E3BE2}" srcOrd="0" destOrd="3" presId="urn:microsoft.com/office/officeart/2005/8/layout/hList1"/>
    <dgm:cxn modelId="{4034FE7F-1DDC-4170-B031-6F6E63F50EED}" srcId="{F7641925-5EB9-4925-9C7D-B437DAE51CEB}" destId="{373FC07B-2E46-4784-A14A-BDAEBDD2643A}" srcOrd="6" destOrd="0" parTransId="{27D7443D-27ED-4D39-AC58-8B8A3F09BA6C}" sibTransId="{76F4050C-9CD3-41D0-AFD6-48BA83789224}"/>
    <dgm:cxn modelId="{8CD17181-2D80-4971-B827-40F4C033BA02}" srcId="{D0DDC36F-7DD5-40BB-B719-A74CBC74A90B}" destId="{8CD00ABD-7446-40DE-A2CB-799F394DE7E6}" srcOrd="1" destOrd="0" parTransId="{ECA6DF25-8DBC-45D9-875F-77EB29D0DA82}" sibTransId="{A7CC4913-2873-467A-8C5D-8A10E19FC163}"/>
    <dgm:cxn modelId="{5556E981-9D43-47C6-B667-ADDB3691E9E7}" type="presOf" srcId="{8BBCD78C-DBFA-433A-9AA5-3B429DA1C559}" destId="{5F5B5C63-7633-47B3-A396-78BE2F426CB7}" srcOrd="0" destOrd="12" presId="urn:microsoft.com/office/officeart/2005/8/layout/hList1"/>
    <dgm:cxn modelId="{90B9EE84-EA5B-44AA-90FD-BA858A69DEC9}" srcId="{080F2D43-02C5-46F2-9DD4-324A5E0C1A67}" destId="{04270550-8335-43E5-95A5-8F258A44D3A2}" srcOrd="3" destOrd="0" parTransId="{EEADC5D9-1995-497D-9719-B63A082E388C}" sibTransId="{4620464D-932B-4CFF-930D-C9D80461F9D4}"/>
    <dgm:cxn modelId="{7AAC6A87-D697-463B-8FD6-7798A2B8D79D}" type="presOf" srcId="{1828E4CD-A971-47A1-8FBA-8B060675F2A9}" destId="{85989FA1-F310-476C-A477-22AD0B20486B}" srcOrd="0" destOrd="7" presId="urn:microsoft.com/office/officeart/2005/8/layout/hList1"/>
    <dgm:cxn modelId="{C858C187-4447-4575-97E0-27D24EA04035}" type="presOf" srcId="{8CD00ABD-7446-40DE-A2CB-799F394DE7E6}" destId="{5F5B5C63-7633-47B3-A396-78BE2F426CB7}" srcOrd="0" destOrd="6" presId="urn:microsoft.com/office/officeart/2005/8/layout/hList1"/>
    <dgm:cxn modelId="{3ECDED88-DBE5-49E1-8A45-D75AC221863A}" type="presOf" srcId="{BDB73A6D-148D-47CE-A8CB-8BF241FE2AFE}" destId="{944FFB25-881F-4173-94A0-BE4CBD62AA92}" srcOrd="0" destOrd="10" presId="urn:microsoft.com/office/officeart/2005/8/layout/hList1"/>
    <dgm:cxn modelId="{FC19B68A-FD3A-4CBE-8534-346D23716D80}" type="presOf" srcId="{5F1959CD-ADA8-40F0-9D1F-01C84552D48B}" destId="{45600A54-5437-4449-9839-FDF1CCABA5BC}" srcOrd="0" destOrd="2" presId="urn:microsoft.com/office/officeart/2005/8/layout/hList1"/>
    <dgm:cxn modelId="{B9EECF8A-60BB-4530-8247-734DA2CDD145}" type="presOf" srcId="{C1DC6DDA-E3CD-404E-86D2-881268768850}" destId="{C71D0156-D98A-4B16-BC11-C9D0607E3BE2}" srcOrd="0" destOrd="4" presId="urn:microsoft.com/office/officeart/2005/8/layout/hList1"/>
    <dgm:cxn modelId="{56D8E28A-E16A-4C35-A5B8-12F1FA657D38}" type="presOf" srcId="{9D7A6D58-0140-4EFC-8EAD-590E80E3D50B}" destId="{45600A54-5437-4449-9839-FDF1CCABA5BC}" srcOrd="0" destOrd="4" presId="urn:microsoft.com/office/officeart/2005/8/layout/hList1"/>
    <dgm:cxn modelId="{89A2D48B-5305-4C2F-807F-BD2815EEFA43}" type="presOf" srcId="{04270550-8335-43E5-95A5-8F258A44D3A2}" destId="{26FB49CD-6789-4936-B0AA-8264E7732ECC}" srcOrd="0" destOrd="3" presId="urn:microsoft.com/office/officeart/2005/8/layout/hList1"/>
    <dgm:cxn modelId="{E7943B91-7685-4F49-8A99-6A39873ADE70}" srcId="{373FC07B-2E46-4784-A14A-BDAEBDD2643A}" destId="{FFCFC9C3-D0A7-477E-83D6-B535E7A39AFE}" srcOrd="4" destOrd="0" parTransId="{E98A9FFB-969D-4860-B5DC-A57C9648B3FF}" sibTransId="{B6155612-5206-41B0-90D4-5D11AFDC52FA}"/>
    <dgm:cxn modelId="{7DACCF91-BDDF-4FC6-B743-32C84C5D37BE}" type="presOf" srcId="{02E36216-241F-4F85-BB95-413A6A68CABC}" destId="{5F5B5C63-7633-47B3-A396-78BE2F426CB7}" srcOrd="0" destOrd="8" presId="urn:microsoft.com/office/officeart/2005/8/layout/hList1"/>
    <dgm:cxn modelId="{7A829E92-BF55-4966-815B-98560D51E4A3}" type="presOf" srcId="{E49A4639-ADCD-44D3-86F9-7E9A4F63716A}" destId="{85989FA1-F310-476C-A477-22AD0B20486B}" srcOrd="0" destOrd="16" presId="urn:microsoft.com/office/officeart/2005/8/layout/hList1"/>
    <dgm:cxn modelId="{1FDE0793-07E7-4250-87FA-44F8689F1368}" srcId="{DD53D786-1816-4E75-A54D-902D4E3C4F26}" destId="{110C060B-2FFB-4EBD-B1AD-AB4EDBF9AC03}" srcOrd="4" destOrd="0" parTransId="{B6297A57-A391-45A4-BADB-07A915BDE856}" sibTransId="{887665A5-3A53-4620-9FF3-7996C472F366}"/>
    <dgm:cxn modelId="{1B731F93-B1B8-4A96-BF23-8F306B199AC6}" srcId="{373FC07B-2E46-4784-A14A-BDAEBDD2643A}" destId="{202C01E9-9282-41EF-8D4F-7EE033977447}" srcOrd="1" destOrd="0" parTransId="{DEFCEB13-3D1F-48A5-8824-8A419ED7924F}" sibTransId="{8BDFE3FD-60F3-4D3E-A602-21A0D3F1255F}"/>
    <dgm:cxn modelId="{AF185593-7557-4F26-B004-ABFE5AB7F7C1}" srcId="{308182E1-E6BC-4D90-8656-CB5000FEF585}" destId="{5F1959CD-ADA8-40F0-9D1F-01C84552D48B}" srcOrd="2" destOrd="0" parTransId="{774824DE-E01E-4924-8E69-BB871FAB6421}" sibTransId="{3DF8645B-B850-4ECC-956E-CF1FE1A76DF9}"/>
    <dgm:cxn modelId="{D0EDF493-4BA4-413A-9327-952F412244C4}" srcId="{8F66C54F-6C8F-4F64-8736-9F19C1602261}" destId="{7CDE16E0-5883-4C00-8ABB-36154F57E69F}" srcOrd="5" destOrd="0" parTransId="{0691130E-16A4-49C5-89C4-DD0199F6B9A8}" sibTransId="{E846BDEE-4B27-4949-A56A-6ADBD049F182}"/>
    <dgm:cxn modelId="{1D8A0194-8A5D-4A5A-B4AF-1411D0203364}" type="presOf" srcId="{4E545048-A1AE-4CD5-8EA3-6EBD7BC118DE}" destId="{944FFB25-881F-4173-94A0-BE4CBD62AA92}" srcOrd="0" destOrd="22" presId="urn:microsoft.com/office/officeart/2005/8/layout/hList1"/>
    <dgm:cxn modelId="{C1177B94-A79C-47FA-A249-87FEAE0FE1AA}" srcId="{AFA16A3A-975A-4314-A32E-1E0A4327AEAF}" destId="{95BB1E5C-3EBF-4C74-A315-993FFB348DBB}" srcOrd="1" destOrd="0" parTransId="{3EF1E4DA-7464-4C99-9C26-36108DA90575}" sibTransId="{CF532A70-694E-4BD1-86FB-334184834EDB}"/>
    <dgm:cxn modelId="{BB67B495-E9BE-45A4-833C-FA4BDDE714DD}" type="presOf" srcId="{F8B5644F-EA87-4087-8FBE-D9DF7C1D4D31}" destId="{5F5B5C63-7633-47B3-A396-78BE2F426CB7}" srcOrd="0" destOrd="15" presId="urn:microsoft.com/office/officeart/2005/8/layout/hList1"/>
    <dgm:cxn modelId="{35DE7D96-B961-4771-B997-25025EE2185D}" srcId="{E0ED4376-A914-47B1-882A-C2401667C808}" destId="{AD023A9F-1B1F-455C-804E-ABD4BAACC901}" srcOrd="2" destOrd="0" parTransId="{B1F4A055-D44F-4E93-957B-5969D64C14DD}" sibTransId="{BA3126FB-A9BB-4F73-80DE-406F75AD62B5}"/>
    <dgm:cxn modelId="{9CB65F98-0B4D-4149-ADD5-573FFF553E85}" type="presOf" srcId="{A16CC15B-8CB4-4123-B65B-24C02D970571}" destId="{944FFB25-881F-4173-94A0-BE4CBD62AA92}" srcOrd="0" destOrd="0" presId="urn:microsoft.com/office/officeart/2005/8/layout/hList1"/>
    <dgm:cxn modelId="{16F46D99-EDBA-4180-8D35-99A153ED36A9}" srcId="{DD53D786-1816-4E75-A54D-902D4E3C4F26}" destId="{4E545048-A1AE-4CD5-8EA3-6EBD7BC118DE}" srcOrd="22" destOrd="0" parTransId="{F8694489-B67C-49E1-831A-48A2F74DBFD8}" sibTransId="{CBDEA36E-EB7D-47F2-949C-61B34E42EC16}"/>
    <dgm:cxn modelId="{49C25599-2107-441E-91F5-9DBF003265E1}" type="presOf" srcId="{26058301-D9F8-4ED5-86EF-B226841596E6}" destId="{85989FA1-F310-476C-A477-22AD0B20486B}" srcOrd="0" destOrd="12" presId="urn:microsoft.com/office/officeart/2005/8/layout/hList1"/>
    <dgm:cxn modelId="{C96E069A-A409-4FFE-9F10-5C2FBDA2F2CA}" type="presOf" srcId="{202C01E9-9282-41EF-8D4F-7EE033977447}" destId="{E11A236A-C8EF-4DD9-A5FF-87B3E2BE8C64}" srcOrd="0" destOrd="1" presId="urn:microsoft.com/office/officeart/2005/8/layout/hList1"/>
    <dgm:cxn modelId="{5E3F6C9B-6891-4A6D-BDE6-34842F0E6D06}" type="presOf" srcId="{8F66C54F-6C8F-4F64-8736-9F19C1602261}" destId="{D9A88F8F-B7F4-4681-8983-BF321B436850}" srcOrd="0" destOrd="0" presId="urn:microsoft.com/office/officeart/2005/8/layout/hList1"/>
    <dgm:cxn modelId="{F7CB3F9C-C163-4B93-8B91-9430E5AB47EF}" type="presOf" srcId="{1469CE35-18A3-44D6-BEB9-53E02F9AF899}" destId="{944FFB25-881F-4173-94A0-BE4CBD62AA92}" srcOrd="0" destOrd="15" presId="urn:microsoft.com/office/officeart/2005/8/layout/hList1"/>
    <dgm:cxn modelId="{CEE3DFA0-53E4-4A3E-BA30-C3206342B686}" srcId="{DD53D786-1816-4E75-A54D-902D4E3C4F26}" destId="{2F3A6E08-1A55-49A6-A276-DC90DA50E8BE}" srcOrd="21" destOrd="0" parTransId="{0910D656-9A01-4C09-BD90-B615C1B1EBCE}" sibTransId="{5BD37368-C0A7-4FCC-B961-51A059C7CD44}"/>
    <dgm:cxn modelId="{8BC562A1-BB45-43AE-B7C5-7BA58E3844C4}" type="presOf" srcId="{E253CB51-009E-4941-9BDA-DAF2B3C16384}" destId="{26FB49CD-6789-4936-B0AA-8264E7732ECC}" srcOrd="0" destOrd="1" presId="urn:microsoft.com/office/officeart/2005/8/layout/hList1"/>
    <dgm:cxn modelId="{B529FAA1-0BC6-48C8-9479-72438CC07E13}" type="presOf" srcId="{386FF8FD-5E4A-4931-8609-CC7BE924E93B}" destId="{E63122BF-D8A4-4E65-B97A-B994EE4FBAD4}" srcOrd="0" destOrd="1" presId="urn:microsoft.com/office/officeart/2005/8/layout/hList1"/>
    <dgm:cxn modelId="{D9DC23A2-5595-4F74-B32F-51DA7734195A}" type="presOf" srcId="{0D44B486-B6AD-46A5-B6F9-C494C04F0753}" destId="{5F5B5C63-7633-47B3-A396-78BE2F426CB7}" srcOrd="0" destOrd="21" presId="urn:microsoft.com/office/officeart/2005/8/layout/hList1"/>
    <dgm:cxn modelId="{6E9579A3-1848-43E5-947D-AFD65AE24C8A}" srcId="{1828E4CD-A971-47A1-8FBA-8B060675F2A9}" destId="{E3B47762-855B-4525-BD58-C4BA0D9F94E8}" srcOrd="6" destOrd="0" parTransId="{7B0EDECC-9DDE-4191-B3A1-2A7E1885B402}" sibTransId="{6485C6C5-B8B6-43E5-B776-FA8D4A6BF5EA}"/>
    <dgm:cxn modelId="{9A87B0A3-5994-4DD5-A453-E06ECF7550B0}" srcId="{47090F01-2D13-457B-A319-82DDB5E65FD0}" destId="{2A69B724-5984-40EC-BF80-2D28F0AB21E6}" srcOrd="5" destOrd="0" parTransId="{71A3C665-827D-4276-94D8-A83B2CE74629}" sibTransId="{967FA56A-FA79-47E6-B8E0-4788B0EDEB3E}"/>
    <dgm:cxn modelId="{63BD10A5-3D12-400D-AF2B-560F72078D4F}" type="presOf" srcId="{871BD772-F42F-4450-ABFF-460AB906D492}" destId="{5F5B5C63-7633-47B3-A396-78BE2F426CB7}" srcOrd="0" destOrd="5" presId="urn:microsoft.com/office/officeart/2005/8/layout/hList1"/>
    <dgm:cxn modelId="{40086BA5-3E18-4F7E-B03B-84EC0838D559}" srcId="{DD53D786-1816-4E75-A54D-902D4E3C4F26}" destId="{8FE71BD7-6D1C-4BE0-B9D3-B679E0A6B854}" srcOrd="13" destOrd="0" parTransId="{30835DCF-52AD-42A8-B314-7AA555DDE62F}" sibTransId="{3424EDFB-0C4F-41A2-A708-E2A027723740}"/>
    <dgm:cxn modelId="{55CF7EA5-36E1-423C-AD11-CF5ABC131EAA}" srcId="{F4DB7C5E-37B6-4DD3-8DD9-F5E60E6A0D76}" destId="{18AC93ED-4884-4925-85F7-FE760DF9E657}" srcOrd="0" destOrd="0" parTransId="{4831B6B2-C9FD-4B92-A19F-886687FFB151}" sibTransId="{79C1B689-4009-49B7-A27E-825FB194FE0B}"/>
    <dgm:cxn modelId="{314A2DA6-F15E-4E0E-81D6-9A1243AB68B7}" srcId="{8F66C54F-6C8F-4F64-8736-9F19C1602261}" destId="{3A4C4314-0880-46C2-9A54-0E1B0BE97F17}" srcOrd="0" destOrd="0" parTransId="{A98EBFFE-7FD7-4CC3-A99F-9E5E4ADDDA24}" sibTransId="{8378A2BE-65F3-4309-840B-435C15C08C80}"/>
    <dgm:cxn modelId="{8F3759A6-69E8-4507-B65C-A7787ECA61F0}" srcId="{0D2FC3AF-76F5-4AD3-B155-E033DB0AD881}" destId="{F4DB7C5E-37B6-4DD3-8DD9-F5E60E6A0D76}" srcOrd="3" destOrd="0" parTransId="{07BFD967-1C4A-4C92-B39E-2D002C52CA00}" sibTransId="{5D71F829-AC18-486F-BB61-D469107C09E6}"/>
    <dgm:cxn modelId="{82CBABA8-2A50-4308-A5F9-B7E81C78FBB3}" type="presOf" srcId="{DD53D786-1816-4E75-A54D-902D4E3C4F26}" destId="{8887946E-DDBB-432E-8BCA-5217C6EE1C0B}" srcOrd="0" destOrd="0" presId="urn:microsoft.com/office/officeart/2005/8/layout/hList1"/>
    <dgm:cxn modelId="{953F45A9-1932-4F9A-BBB5-8C537C301890}" srcId="{F4D2C461-2A4A-457D-BBF7-67DED2CD6FB6}" destId="{47090F01-2D13-457B-A319-82DDB5E65FD0}" srcOrd="0" destOrd="0" parTransId="{CCC11800-92BD-4412-A4F2-A8078B266F2F}" sibTransId="{2A32263D-0736-4A1B-8A81-E13EFCD9481C}"/>
    <dgm:cxn modelId="{F77557AA-574D-40BA-B8F0-BECBDC3976D4}" srcId="{DD53D786-1816-4E75-A54D-902D4E3C4F26}" destId="{24BDC9F0-7BAA-4133-AEF0-8343A9A1B9E3}" srcOrd="24" destOrd="0" parTransId="{0AD36338-F261-41BC-91D6-76C41AF6587B}" sibTransId="{3680F4C9-1720-4819-9B59-C0E8B2A759FD}"/>
    <dgm:cxn modelId="{990152AE-9A29-488B-8AEC-07BB378B8E4A}" type="presOf" srcId="{FFCFC9C3-D0A7-477E-83D6-B535E7A39AFE}" destId="{E11A236A-C8EF-4DD9-A5FF-87B3E2BE8C64}" srcOrd="0" destOrd="4" presId="urn:microsoft.com/office/officeart/2005/8/layout/hList1"/>
    <dgm:cxn modelId="{AD56C0AE-CD52-4993-BB85-7997F55837B4}" type="presOf" srcId="{F71FAE0A-B884-442A-8CCC-9868C5E8F8E3}" destId="{5F5B5C63-7633-47B3-A396-78BE2F426CB7}" srcOrd="0" destOrd="28" presId="urn:microsoft.com/office/officeart/2005/8/layout/hList1"/>
    <dgm:cxn modelId="{90823BB0-1802-402A-A152-B9B6DF7CD74E}" type="presOf" srcId="{85FCC292-7467-4968-9BD2-A3583BB1608E}" destId="{944FFB25-881F-4173-94A0-BE4CBD62AA92}" srcOrd="0" destOrd="7" presId="urn:microsoft.com/office/officeart/2005/8/layout/hList1"/>
    <dgm:cxn modelId="{2856B4B0-6B15-4C1F-828E-74BD31489939}" srcId="{1828E4CD-A971-47A1-8FBA-8B060675F2A9}" destId="{BAD75D79-2841-43CD-ADEC-D0D7B55F90AC}" srcOrd="3" destOrd="0" parTransId="{39D244A8-88A1-4E90-8E7C-7608A5CE482F}" sibTransId="{2BBA6E51-BD83-40F8-9345-23F9ABCFF606}"/>
    <dgm:cxn modelId="{05DB5EB8-E512-4534-A9FF-F13437BB4DC8}" type="presOf" srcId="{74BEA3D4-7B61-4A1D-A6A8-2731B2E21A67}" destId="{E11A236A-C8EF-4DD9-A5FF-87B3E2BE8C64}" srcOrd="0" destOrd="2" presId="urn:microsoft.com/office/officeart/2005/8/layout/hList1"/>
    <dgm:cxn modelId="{C095C2BA-018C-4E58-BF97-3C515AFE2F81}" srcId="{DD53D786-1816-4E75-A54D-902D4E3C4F26}" destId="{C44CEAB0-4856-4977-90A9-07BAB5980B3C}" srcOrd="20" destOrd="0" parTransId="{A489A066-C457-4350-8FEF-AA9B1A081FA8}" sibTransId="{8DC9F073-30BF-48E7-A626-4FCCAC023F1D}"/>
    <dgm:cxn modelId="{007F78BB-CAF8-4BF9-B1A7-54023923D15B}" srcId="{080F2D43-02C5-46F2-9DD4-324A5E0C1A67}" destId="{584670F6-418E-4F87-B3F4-F46F5F793633}" srcOrd="2" destOrd="0" parTransId="{BFAFDBD5-0821-4CF8-A53D-592D4E3A9C4C}" sibTransId="{82E94603-12E1-47D7-942D-5DBDFD3A31D6}"/>
    <dgm:cxn modelId="{9B8B64BC-A43C-451E-8B8C-DC86F8F51298}" type="presOf" srcId="{AECC34FF-BAB0-4319-B4A4-EF533C0AA35F}" destId="{85989FA1-F310-476C-A477-22AD0B20486B}" srcOrd="0" destOrd="9" presId="urn:microsoft.com/office/officeart/2005/8/layout/hList1"/>
    <dgm:cxn modelId="{3C4276BC-78F7-4E7C-9879-9F357157AB2D}" srcId="{AFA16A3A-975A-4314-A32E-1E0A4327AEAF}" destId="{2F5A547F-389B-4599-A793-7382821F072A}" srcOrd="0" destOrd="0" parTransId="{FAD91605-54CB-45DF-B59F-E85892956928}" sibTransId="{67E71D59-9089-4E13-9797-C9A2CB01EFB6}"/>
    <dgm:cxn modelId="{89236ABD-14F3-47CF-B539-FCCBC0134DA5}" srcId="{0D44B486-B6AD-46A5-B6F9-C494C04F0753}" destId="{DCF1C20D-78CC-425B-A8AB-E378FFF1A140}" srcOrd="2" destOrd="0" parTransId="{6AC8C909-DEDF-4B64-9FEE-0FD02F927F77}" sibTransId="{6CCD0389-DB6A-4B01-96EC-9330E2449969}"/>
    <dgm:cxn modelId="{3E5FE2BF-3E67-4BB1-84F3-33A8FB007E87}" type="presOf" srcId="{1FED0FF3-4F44-472F-9D2B-8F74D9F00649}" destId="{5F5B5C63-7633-47B3-A396-78BE2F426CB7}" srcOrd="0" destOrd="16" presId="urn:microsoft.com/office/officeart/2005/8/layout/hList1"/>
    <dgm:cxn modelId="{6B6B81C0-23A3-4C62-A017-6C9EEA43FC84}" srcId="{373FC07B-2E46-4784-A14A-BDAEBDD2643A}" destId="{BADC6FA9-BA57-46C7-B37C-4C328423654B}" srcOrd="0" destOrd="0" parTransId="{61F369DC-074E-410F-B7F9-30DD59BBAECB}" sibTransId="{AEB0CDCA-D7B3-411E-8141-E352E5B10F35}"/>
    <dgm:cxn modelId="{2EFAD7C0-7589-448A-AAD1-A043B19068BC}" type="presOf" srcId="{0A1CA3C0-71BC-4D0B-B9D2-6E0995E78AA0}" destId="{944FFB25-881F-4173-94A0-BE4CBD62AA92}" srcOrd="0" destOrd="3" presId="urn:microsoft.com/office/officeart/2005/8/layout/hList1"/>
    <dgm:cxn modelId="{1BBEA5C1-BBBE-4BAA-B1ED-FA23EDB3B7CF}" type="presOf" srcId="{FED58EA0-2743-40E3-A197-1A3C4CB65948}" destId="{944FFB25-881F-4173-94A0-BE4CBD62AA92}" srcOrd="0" destOrd="17" presId="urn:microsoft.com/office/officeart/2005/8/layout/hList1"/>
    <dgm:cxn modelId="{136D0AC3-25FD-49EF-8222-12D622274648}" srcId="{D1D59143-A3F6-4D6A-87D3-3D89A0CEE56D}" destId="{1ECC4B9D-4E2C-452C-A02D-6AE442CB3F7F}" srcOrd="2" destOrd="0" parTransId="{C6CE7374-2A44-471A-9560-D4E89159F23C}" sibTransId="{933053DD-B56B-4466-80B0-CB705BB71C0C}"/>
    <dgm:cxn modelId="{5EF023C4-6FDB-4301-92D3-1CD60B7C3B50}" srcId="{308182E1-E6BC-4D90-8656-CB5000FEF585}" destId="{F34C1D91-5CB5-4E3D-91B6-CF3CB72B6B7F}" srcOrd="3" destOrd="0" parTransId="{833AB651-078C-44BB-8D53-1BCD16F06EED}" sibTransId="{9F59839E-B11E-452B-B244-6E45C4243DC9}"/>
    <dgm:cxn modelId="{DA37C9C4-C51B-4C6D-A38D-374ADF8821AB}" srcId="{0D2FC3AF-76F5-4AD3-B155-E033DB0AD881}" destId="{D0DDC36F-7DD5-40BB-B719-A74CBC74A90B}" srcOrd="1" destOrd="0" parTransId="{A857D38C-26E9-420F-B2CA-D0F7274FA6BE}" sibTransId="{DDB027A9-102A-44AC-9621-53BB1617B57C}"/>
    <dgm:cxn modelId="{2CCBBFC8-4901-49EF-BB7C-D8A722691EF7}" type="presOf" srcId="{2A69B724-5984-40EC-BF80-2D28F0AB21E6}" destId="{85989FA1-F310-476C-A477-22AD0B20486B}" srcOrd="0" destOrd="6" presId="urn:microsoft.com/office/officeart/2005/8/layout/hList1"/>
    <dgm:cxn modelId="{877ABDCA-E62E-4259-B7E4-71C36B7F5EEC}" type="presOf" srcId="{CE00D221-1D1D-4295-A54C-A79E7C3C2CF7}" destId="{26FB49CD-6789-4936-B0AA-8264E7732ECC}" srcOrd="0" destOrd="6" presId="urn:microsoft.com/office/officeart/2005/8/layout/hList1"/>
    <dgm:cxn modelId="{DB6885CC-A221-4E58-8073-650EF1CF2BEC}" srcId="{0D2FC3AF-76F5-4AD3-B155-E033DB0AD881}" destId="{4062ECD3-6609-4728-9FB5-89A04AF4E566}" srcOrd="2" destOrd="0" parTransId="{B5EC8772-4A90-4FF9-92F7-E24512AC5BF3}" sibTransId="{9CD7D942-0A36-4E42-A4A6-A51F60227E52}"/>
    <dgm:cxn modelId="{0A5B08CF-F5F9-4771-B662-B85C93A94132}" srcId="{DD53D786-1816-4E75-A54D-902D4E3C4F26}" destId="{09D92413-52FC-4A9C-BD00-37CDB2ED4ECB}" srcOrd="23" destOrd="0" parTransId="{B39F8A30-5BD7-410D-A48C-05BB8895F351}" sibTransId="{8F105098-8708-4F85-8074-CEB5CC07262D}"/>
    <dgm:cxn modelId="{5B0D0FCF-8C60-4BCD-B006-1A87D5AB3422}" type="presOf" srcId="{110C060B-2FFB-4EBD-B1AD-AB4EDBF9AC03}" destId="{944FFB25-881F-4173-94A0-BE4CBD62AA92}" srcOrd="0" destOrd="4" presId="urn:microsoft.com/office/officeart/2005/8/layout/hList1"/>
    <dgm:cxn modelId="{A5CD62CF-87E6-46A5-9A5B-DEA495C9665D}" srcId="{F7641925-5EB9-4925-9C7D-B437DAE51CEB}" destId="{E0ED4376-A914-47B1-882A-C2401667C808}" srcOrd="5" destOrd="0" parTransId="{11A35639-C565-4333-A34A-A50B8E286EDB}" sibTransId="{BA2581DC-6EAB-46B8-9913-556BE25875B8}"/>
    <dgm:cxn modelId="{5CC47CCF-03A1-4D7C-A1C4-B0341F13521A}" srcId="{8F66C54F-6C8F-4F64-8736-9F19C1602261}" destId="{912A1961-89BA-4AAE-B809-57109CE0E0EE}" srcOrd="1" destOrd="0" parTransId="{21AFC283-F1CE-45DE-A75D-590848CBC2D6}" sibTransId="{25E85A63-4545-4F03-8DB1-60C9F38B2FE9}"/>
    <dgm:cxn modelId="{4D3104D0-1B43-4F7D-9317-46F5329DEAB7}" srcId="{373FC07B-2E46-4784-A14A-BDAEBDD2643A}" destId="{24D2DE10-9CCA-429E-8472-61453789BAD8}" srcOrd="5" destOrd="0" parTransId="{E58FCC26-F4BB-4A48-8571-0500E40F920D}" sibTransId="{9BCB2252-064D-4D70-8658-CB27EDAED7FD}"/>
    <dgm:cxn modelId="{DD9527D0-95E5-49E9-A0B8-09D0E6F29E08}" type="presOf" srcId="{41B11A2F-C8E8-480A-ACF5-286E6539D3B2}" destId="{85989FA1-F310-476C-A477-22AD0B20486B}" srcOrd="0" destOrd="1" presId="urn:microsoft.com/office/officeart/2005/8/layout/hList1"/>
    <dgm:cxn modelId="{DDE187D1-FA87-4A5F-B89E-C997692C14AF}" srcId="{E0ED4376-A914-47B1-882A-C2401667C808}" destId="{98DF98D2-E6C7-4595-AF84-98FC6E25B02C}" srcOrd="3" destOrd="0" parTransId="{E4A330BE-C3F1-41C3-B204-0AB7D782FA57}" sibTransId="{CB2B2F71-7A9A-483D-8A53-6A77797C079B}"/>
    <dgm:cxn modelId="{379034D2-2399-4E88-9E3E-0A53F1FC3B48}" type="presOf" srcId="{24D2DE10-9CCA-429E-8472-61453789BAD8}" destId="{E11A236A-C8EF-4DD9-A5FF-87B3E2BE8C64}" srcOrd="0" destOrd="5" presId="urn:microsoft.com/office/officeart/2005/8/layout/hList1"/>
    <dgm:cxn modelId="{9C1E0AD4-5F3A-4F42-9558-9E3EB5A4F5A1}" type="presOf" srcId="{47090F01-2D13-457B-A319-82DDB5E65FD0}" destId="{85989FA1-F310-476C-A477-22AD0B20486B}" srcOrd="0" destOrd="0" presId="urn:microsoft.com/office/officeart/2005/8/layout/hList1"/>
    <dgm:cxn modelId="{F5A8C7D4-7F54-4D59-AA13-7494E887E471}" srcId="{DD53D786-1816-4E75-A54D-902D4E3C4F26}" destId="{F73986F5-CA16-471D-A80A-C1BE2EF3C08E}" srcOrd="19" destOrd="0" parTransId="{AF37AA7B-FD4F-470E-A7DE-70061882AA55}" sibTransId="{F033D9BF-95EC-406E-987F-0B4FFCFDC54B}"/>
    <dgm:cxn modelId="{7256CDD4-8A7D-463E-99AD-58C6445A3BFF}" type="presOf" srcId="{09D92413-52FC-4A9C-BD00-37CDB2ED4ECB}" destId="{944FFB25-881F-4173-94A0-BE4CBD62AA92}" srcOrd="0" destOrd="23" presId="urn:microsoft.com/office/officeart/2005/8/layout/hList1"/>
    <dgm:cxn modelId="{286FCBD5-DED2-485F-AE19-4B93AD464886}" srcId="{4062ECD3-6609-4728-9FB5-89A04AF4E566}" destId="{8FE3BAC1-BF4E-4517-841A-B976EBD7681B}" srcOrd="0" destOrd="0" parTransId="{63013307-64D3-4641-9771-E69048345872}" sibTransId="{8907A175-9AB0-4BBA-9828-548E67B45D8D}"/>
    <dgm:cxn modelId="{074951D6-531B-4562-93A7-9E860052B987}" srcId="{1828E4CD-A971-47A1-8FBA-8B060675F2A9}" destId="{393631F7-A849-4F06-9171-8699569B49EA}" srcOrd="2" destOrd="0" parTransId="{B512E229-6B63-4A90-9331-4AEF3AF8CB42}" sibTransId="{01024B17-7FE7-453F-AE0B-094C93DD4F82}"/>
    <dgm:cxn modelId="{3C4749D7-9124-4081-90D6-D3B5BC1D168E}" srcId="{0D44B486-B6AD-46A5-B6F9-C494C04F0753}" destId="{F71FAE0A-B884-442A-8CCC-9868C5E8F8E3}" srcOrd="6" destOrd="0" parTransId="{19767C7B-DA3D-418D-A2EC-EDA3AB016088}" sibTransId="{06C3178B-7DB7-4201-B063-500F796E2B31}"/>
    <dgm:cxn modelId="{1AB109D9-9CA9-4DA1-88EC-504ABFDF414B}" srcId="{47090F01-2D13-457B-A319-82DDB5E65FD0}" destId="{9F3EF636-430D-4517-9DB0-4199A7770CF1}" srcOrd="1" destOrd="0" parTransId="{36F8487A-4AFB-44C9-8704-D26659DB9834}" sibTransId="{35344282-EB74-40E9-B14A-D2D432644470}"/>
    <dgm:cxn modelId="{A6EC3FDA-5015-43E8-922F-EC7374945754}" type="presOf" srcId="{0D2FC3AF-76F5-4AD3-B155-E033DB0AD881}" destId="{95C26BBE-D8A1-4242-BBB7-240603A83E1B}" srcOrd="0" destOrd="0" presId="urn:microsoft.com/office/officeart/2005/8/layout/hList1"/>
    <dgm:cxn modelId="{F92922DD-C8BA-40C6-8039-992AD198919B}" type="presOf" srcId="{DE71F5DB-28DB-42B8-BD81-F7BC36246C06}" destId="{85989FA1-F310-476C-A477-22AD0B20486B}" srcOrd="0" destOrd="15" presId="urn:microsoft.com/office/officeart/2005/8/layout/hList1"/>
    <dgm:cxn modelId="{8293B5DD-EDE7-48A5-975E-4641AEFE9F37}" srcId="{F7641925-5EB9-4925-9C7D-B437DAE51CEB}" destId="{8F66C54F-6C8F-4F64-8736-9F19C1602261}" srcOrd="2" destOrd="0" parTransId="{70169722-DC7B-4C12-BBFA-784C1D136A98}" sibTransId="{1A406E7B-6AA2-46D6-9DAC-FBFAFEAF5CDE}"/>
    <dgm:cxn modelId="{74CB3CDE-DBA5-4217-91D7-5A34A8A5DEBC}" type="presOf" srcId="{18AC93ED-4884-4925-85F7-FE760DF9E657}" destId="{5F5B5C63-7633-47B3-A396-78BE2F426CB7}" srcOrd="0" destOrd="14" presId="urn:microsoft.com/office/officeart/2005/8/layout/hList1"/>
    <dgm:cxn modelId="{52546EDF-3A36-4AB7-9473-7001598B214E}" srcId="{DD53D786-1816-4E75-A54D-902D4E3C4F26}" destId="{BDB73A6D-148D-47CE-A8CB-8BF241FE2AFE}" srcOrd="10" destOrd="0" parTransId="{C4182B6B-905B-4EA3-88FB-830A34C2ACFD}" sibTransId="{F6CB80D3-37A8-4BCF-AF9F-62C46690ABE3}"/>
    <dgm:cxn modelId="{6B1F62E0-A6B1-4E55-B586-8532211C4428}" srcId="{DD53D786-1816-4E75-A54D-902D4E3C4F26}" destId="{0A1CA3C0-71BC-4D0B-B9D2-6E0995E78AA0}" srcOrd="3" destOrd="0" parTransId="{302DC931-6319-4D55-BA56-4D6D5926CEE8}" sibTransId="{13B72912-D79F-4324-BCBD-315C06B2D862}"/>
    <dgm:cxn modelId="{1BB2E0E0-329A-426D-8068-5FC0488ED25A}" type="presOf" srcId="{4C3CE386-92C0-42C8-8251-F64DF1799110}" destId="{85989FA1-F310-476C-A477-22AD0B20486B}" srcOrd="0" destOrd="21" presId="urn:microsoft.com/office/officeart/2005/8/layout/hList1"/>
    <dgm:cxn modelId="{B840D3E1-8A23-42A5-9310-2FC0D2677BF8}" type="presOf" srcId="{D1D59143-A3F6-4D6A-87D3-3D89A0CEE56D}" destId="{5F5B5C63-7633-47B3-A396-78BE2F426CB7}" srcOrd="0" destOrd="17" presId="urn:microsoft.com/office/officeart/2005/8/layout/hList1"/>
    <dgm:cxn modelId="{03434BE4-B2C4-4B8B-A8C0-5EA6820157BF}" srcId="{8F66C54F-6C8F-4F64-8736-9F19C1602261}" destId="{C4B73AAC-8DAB-43B5-94C1-690A6670E6C8}" srcOrd="3" destOrd="0" parTransId="{119122E2-3D56-4B33-BE68-3883663BF6E6}" sibTransId="{820442B8-1B1E-461D-9D5C-0DBB4E80E3C3}"/>
    <dgm:cxn modelId="{BD14EFE4-2CC5-446A-BEAB-B52EFA558FF7}" type="presOf" srcId="{A6AE7C0D-86E2-4EE7-9623-B897A0C72774}" destId="{5F5B5C63-7633-47B3-A396-78BE2F426CB7}" srcOrd="0" destOrd="25" presId="urn:microsoft.com/office/officeart/2005/8/layout/hList1"/>
    <dgm:cxn modelId="{E05FD8E5-EBB6-4766-BC79-8500B7D47FD3}" srcId="{080F2D43-02C5-46F2-9DD4-324A5E0C1A67}" destId="{99B1560B-54A3-4B29-A0DD-1B9A4D979218}" srcOrd="5" destOrd="0" parTransId="{ED42D61A-605E-4D0F-BDC6-768BA2395738}" sibTransId="{C0292FC9-7141-478F-962F-4D8743752501}"/>
    <dgm:cxn modelId="{BA1F92E7-5283-461A-AC63-09D1C2E469DC}" srcId="{0D44B486-B6AD-46A5-B6F9-C494C04F0753}" destId="{A858589F-23F7-443C-9259-F1346A2F4ED3}" srcOrd="1" destOrd="0" parTransId="{E01E7C16-039C-4305-98AD-1FEBFA5DD9A6}" sibTransId="{66BB7AE2-3E6C-4C65-A905-61AC5BE69744}"/>
    <dgm:cxn modelId="{8BBE6EE8-1750-4C11-993A-E03DDB1ED229}" type="presOf" srcId="{99B1560B-54A3-4B29-A0DD-1B9A4D979218}" destId="{26FB49CD-6789-4936-B0AA-8264E7732ECC}" srcOrd="0" destOrd="5" presId="urn:microsoft.com/office/officeart/2005/8/layout/hList1"/>
    <dgm:cxn modelId="{A199DDE9-D913-4D6B-8684-BB04879727A2}" srcId="{4062ECD3-6609-4728-9FB5-89A04AF4E566}" destId="{F4400BFB-5FC8-42BC-A876-3486488B29D8}" srcOrd="1" destOrd="0" parTransId="{0038C7E7-18C2-402D-978C-BBFB80921683}" sibTransId="{96344BBB-5230-4095-83B6-4FBA52DD5BF8}"/>
    <dgm:cxn modelId="{5D1E05EA-4B35-400D-8CF6-8F02454D019D}" type="presOf" srcId="{A858589F-23F7-443C-9259-F1346A2F4ED3}" destId="{5F5B5C63-7633-47B3-A396-78BE2F426CB7}" srcOrd="0" destOrd="23" presId="urn:microsoft.com/office/officeart/2005/8/layout/hList1"/>
    <dgm:cxn modelId="{E3BE7BEC-A252-4247-BA04-0E11062D3487}" type="presOf" srcId="{C6434FDE-91D5-4837-A97F-01314D098778}" destId="{944FFB25-881F-4173-94A0-BE4CBD62AA92}" srcOrd="0" destOrd="8" presId="urn:microsoft.com/office/officeart/2005/8/layout/hList1"/>
    <dgm:cxn modelId="{08AFA9EC-1A42-4B9A-893E-5C1D469E3E87}" srcId="{8F66C54F-6C8F-4F64-8736-9F19C1602261}" destId="{C1DC6DDA-E3CD-404E-86D2-881268768850}" srcOrd="4" destOrd="0" parTransId="{3512312A-DF8A-4C19-BA33-53AD0F79A119}" sibTransId="{EBF7EB2D-43F7-42E5-A1DE-2A0D36E484CD}"/>
    <dgm:cxn modelId="{6FE19DEE-3BA7-44FB-BA19-45F0BB0E5893}" type="presOf" srcId="{9E4C6DB0-1AEF-4451-B376-C065FAA88DA1}" destId="{85989FA1-F310-476C-A477-22AD0B20486B}" srcOrd="0" destOrd="13" presId="urn:microsoft.com/office/officeart/2005/8/layout/hList1"/>
    <dgm:cxn modelId="{CB6F9EEE-C125-4FCB-8695-C3B6368860F7}" srcId="{DD53D786-1816-4E75-A54D-902D4E3C4F26}" destId="{C44A5B03-2585-409E-AC81-A323BE0FBC07}" srcOrd="14" destOrd="0" parTransId="{8C9435D8-C16C-4F6A-9B8D-88528A9FDBEE}" sibTransId="{618F7532-FBAE-40A4-ADD0-5E9946B176F3}"/>
    <dgm:cxn modelId="{7805C3EE-DF3A-4C41-93FC-408421C3A01D}" srcId="{0D44B486-B6AD-46A5-B6F9-C494C04F0753}" destId="{182F78E3-3A2A-436B-B8D2-4B70160F4C22}" srcOrd="5" destOrd="0" parTransId="{B1FB1B92-BB3C-4334-B678-329901BCCC4E}" sibTransId="{E37B9990-6044-405C-A677-24C8D8B08957}"/>
    <dgm:cxn modelId="{2731EDEE-7A92-4B14-BFE4-F0356A1EEDE4}" srcId="{DD53D786-1816-4E75-A54D-902D4E3C4F26}" destId="{82360618-43C1-41F0-BBAD-86AD001C3DDB}" srcOrd="26" destOrd="0" parTransId="{9B54C0A6-7BFD-4F25-93DB-6CD12BD31ABB}" sibTransId="{DD341FF0-6991-4BD7-BD66-C7A0A8992E16}"/>
    <dgm:cxn modelId="{59AA49EF-6523-4BFC-ABBF-9254073EE554}" srcId="{0D2FC3AF-76F5-4AD3-B155-E033DB0AD881}" destId="{15046F7F-2DE3-4157-8F46-A370192050EE}" srcOrd="0" destOrd="0" parTransId="{9187056B-518E-491C-ACDD-F4BD4DB305B8}" sibTransId="{3D92A04E-FCA1-4595-8FD1-F57D31C21D60}"/>
    <dgm:cxn modelId="{FC896EEF-8FBC-43CD-A2D8-233CF93DDDA5}" type="presOf" srcId="{2196D8A3-AD31-4D07-BAC4-4A21FA48A91F}" destId="{26FB49CD-6789-4936-B0AA-8264E7732ECC}" srcOrd="0" destOrd="0" presId="urn:microsoft.com/office/officeart/2005/8/layout/hList1"/>
    <dgm:cxn modelId="{48591BF1-5981-43E7-86A7-AC43AF3B5BB0}" type="presOf" srcId="{393631F7-A849-4F06-9171-8699569B49EA}" destId="{85989FA1-F310-476C-A477-22AD0B20486B}" srcOrd="0" destOrd="10" presId="urn:microsoft.com/office/officeart/2005/8/layout/hList1"/>
    <dgm:cxn modelId="{97C7A5F1-3BD9-4E5A-AFEA-F27A5DDD95FE}" type="presOf" srcId="{B60E75ED-BC31-4935-A23A-BF3743B13478}" destId="{5F5B5C63-7633-47B3-A396-78BE2F426CB7}" srcOrd="0" destOrd="26" presId="urn:microsoft.com/office/officeart/2005/8/layout/hList1"/>
    <dgm:cxn modelId="{26411CF2-7304-4963-886D-01E96AF12448}" srcId="{F7641925-5EB9-4925-9C7D-B437DAE51CEB}" destId="{0D2FC3AF-76F5-4AD3-B155-E033DB0AD881}" srcOrd="7" destOrd="0" parTransId="{745CAA57-C6C1-49FB-B64F-C598B8F04E54}" sibTransId="{EC35F3B1-A72F-40EC-A119-0D40DF5352EA}"/>
    <dgm:cxn modelId="{860CB8F6-B40B-4A21-B671-E8D8D05DED4A}" type="presOf" srcId="{DBAB5FD0-7ED5-44FC-B829-3282A6A9292C}" destId="{85989FA1-F310-476C-A477-22AD0B20486B}" srcOrd="0" destOrd="4" presId="urn:microsoft.com/office/officeart/2005/8/layout/hList1"/>
    <dgm:cxn modelId="{6B05B4F7-F7CC-4DD8-AF45-3E6CC90E625B}" srcId="{D1D59143-A3F6-4D6A-87D3-3D89A0CEE56D}" destId="{3279A28A-F40B-41D9-B776-8D0EC9A57C12}" srcOrd="0" destOrd="0" parTransId="{05CAC4FA-059A-4F5F-9CA6-B35A14F883D5}" sibTransId="{633A75EB-37E8-416C-91FC-0649DDD79EBF}"/>
    <dgm:cxn modelId="{77EBCDF7-EFCA-49B2-AB1E-0699A1C01CC5}" srcId="{DD53D786-1816-4E75-A54D-902D4E3C4F26}" destId="{E97646C6-7AAB-48F6-BE1F-C772806AEBBF}" srcOrd="16" destOrd="0" parTransId="{B9A76796-C17D-472C-9EBF-FCE33583885E}" sibTransId="{2FE680A1-04F0-4C58-A622-E261F774D8FA}"/>
    <dgm:cxn modelId="{1DBE70F8-4FF1-450F-90D8-3F8B6EAEFC25}" srcId="{1828E4CD-A971-47A1-8FBA-8B060675F2A9}" destId="{FBF8F2E8-B9F4-4C6A-B301-DED501B97BD1}" srcOrd="0" destOrd="0" parTransId="{153397B7-3A4B-41F9-8D49-A47F8DA44919}" sibTransId="{40C258B9-FCE4-45AE-9DD0-0AA6422846F2}"/>
    <dgm:cxn modelId="{608A39F9-38E1-4893-A787-D18A00EC12AB}" srcId="{308182E1-E6BC-4D90-8656-CB5000FEF585}" destId="{602CD6CF-CF4A-4E6B-B749-FD9DA87B9128}" srcOrd="0" destOrd="0" parTransId="{65DC8BE7-9C39-4940-9388-21DBD2E6F4FE}" sibTransId="{438452AC-C2CD-47C1-B4DA-4538040636E8}"/>
    <dgm:cxn modelId="{21E0C6F9-5FE9-461B-8768-B1A88E1C1D1D}" type="presOf" srcId="{FB8A952B-C781-47B9-8002-98513E4DCCC2}" destId="{E63122BF-D8A4-4E65-B97A-B994EE4FBAD4}" srcOrd="0" destOrd="0" presId="urn:microsoft.com/office/officeart/2005/8/layout/hList1"/>
    <dgm:cxn modelId="{B87E9EFB-6AA6-4C2F-97BC-C207EF89999D}" srcId="{080F2D43-02C5-46F2-9DD4-324A5E0C1A67}" destId="{2196D8A3-AD31-4D07-BAC4-4A21FA48A91F}" srcOrd="0" destOrd="0" parTransId="{1BB03EE4-BBAF-459F-AE08-319D163BCE50}" sibTransId="{DEED353A-CFA0-400B-A251-C1F1885E5978}"/>
    <dgm:cxn modelId="{149661FC-5098-4D6C-A186-308A99BAA03C}" srcId="{1828E4CD-A971-47A1-8FBA-8B060675F2A9}" destId="{26058301-D9F8-4ED5-86EF-B226841596E6}" srcOrd="4" destOrd="0" parTransId="{D413AB94-8E17-4260-9819-4DBE109D5EE1}" sibTransId="{FCD00576-14D6-480D-835E-DCF14CAF8261}"/>
    <dgm:cxn modelId="{18482DFD-671F-4F40-A2FF-C970D9C9E732}" srcId="{DD53D786-1816-4E75-A54D-902D4E3C4F26}" destId="{76745294-E765-4CFB-BE63-861FAE9F03A8}" srcOrd="2" destOrd="0" parTransId="{30B8DFB1-562A-4B0A-8A15-E6B5B11BC6A7}" sibTransId="{7EE5F3A4-C8C8-4133-8D10-4C464817CC73}"/>
    <dgm:cxn modelId="{84C2A3FD-3ADC-4068-8A37-7AEBC7F07E57}" srcId="{DD53D786-1816-4E75-A54D-902D4E3C4F26}" destId="{E567F8FA-7822-4EC3-ADB4-0BECFDF4A33F}" srcOrd="27" destOrd="0" parTransId="{AA8E136C-75B1-45E7-A91C-26DD84E1EBF8}" sibTransId="{AF90338D-AFA5-4052-BFC3-74B0530E1C56}"/>
    <dgm:cxn modelId="{F6AFA8FF-EE76-46C4-8D4C-79E0E8A9BEC1}" type="presOf" srcId="{E97646C6-7AAB-48F6-BE1F-C772806AEBBF}" destId="{944FFB25-881F-4173-94A0-BE4CBD62AA92}" srcOrd="0" destOrd="16" presId="urn:microsoft.com/office/officeart/2005/8/layout/hList1"/>
    <dgm:cxn modelId="{E83A7C96-3B00-4D22-98BC-FA7CBFD32852}" type="presParOf" srcId="{151A95A3-DB0E-4A38-A106-9896A0FFC2BC}" destId="{9B5B140B-AE64-4581-9DB1-BA7C4F016EEE}" srcOrd="0" destOrd="0" presId="urn:microsoft.com/office/officeart/2005/8/layout/hList1"/>
    <dgm:cxn modelId="{C3C9BBDB-99A0-49F8-9DA3-0CB77C8EC079}" type="presParOf" srcId="{9B5B140B-AE64-4581-9DB1-BA7C4F016EEE}" destId="{8887946E-DDBB-432E-8BCA-5217C6EE1C0B}" srcOrd="0" destOrd="0" presId="urn:microsoft.com/office/officeart/2005/8/layout/hList1"/>
    <dgm:cxn modelId="{0A505244-06DF-4ADE-821F-DFCA55CB0B97}" type="presParOf" srcId="{9B5B140B-AE64-4581-9DB1-BA7C4F016EEE}" destId="{944FFB25-881F-4173-94A0-BE4CBD62AA92}" srcOrd="1" destOrd="0" presId="urn:microsoft.com/office/officeart/2005/8/layout/hList1"/>
    <dgm:cxn modelId="{677789DD-F56B-4AD9-91D5-EA941584C24E}" type="presParOf" srcId="{151A95A3-DB0E-4A38-A106-9896A0FFC2BC}" destId="{DCC90012-9878-440E-ABAE-38E46744F940}" srcOrd="1" destOrd="0" presId="urn:microsoft.com/office/officeart/2005/8/layout/hList1"/>
    <dgm:cxn modelId="{1861AF9C-995F-4F6D-85D7-982ED6189C69}" type="presParOf" srcId="{151A95A3-DB0E-4A38-A106-9896A0FFC2BC}" destId="{997C0DC2-9C8B-4DD9-931D-99A9D3D6FECE}" srcOrd="2" destOrd="0" presId="urn:microsoft.com/office/officeart/2005/8/layout/hList1"/>
    <dgm:cxn modelId="{798813E8-1148-4370-BC88-A8ED05363FB8}" type="presParOf" srcId="{997C0DC2-9C8B-4DD9-931D-99A9D3D6FECE}" destId="{23D85C53-35A9-4E1A-87D8-F8F546DC74A5}" srcOrd="0" destOrd="0" presId="urn:microsoft.com/office/officeart/2005/8/layout/hList1"/>
    <dgm:cxn modelId="{FDD930EC-2E8F-4BB7-878F-CD854C398486}" type="presParOf" srcId="{997C0DC2-9C8B-4DD9-931D-99A9D3D6FECE}" destId="{45600A54-5437-4449-9839-FDF1CCABA5BC}" srcOrd="1" destOrd="0" presId="urn:microsoft.com/office/officeart/2005/8/layout/hList1"/>
    <dgm:cxn modelId="{CB91D05C-8489-49DF-9F4A-95B0CD5978CE}" type="presParOf" srcId="{151A95A3-DB0E-4A38-A106-9896A0FFC2BC}" destId="{3C92BF05-44D8-4511-88D4-FAFD0DEA116F}" srcOrd="3" destOrd="0" presId="urn:microsoft.com/office/officeart/2005/8/layout/hList1"/>
    <dgm:cxn modelId="{033A50C5-3B31-4F68-8D5F-F25B961BF4CB}" type="presParOf" srcId="{151A95A3-DB0E-4A38-A106-9896A0FFC2BC}" destId="{AF4FE80D-A82A-4458-88A5-02A970C1CEDB}" srcOrd="4" destOrd="0" presId="urn:microsoft.com/office/officeart/2005/8/layout/hList1"/>
    <dgm:cxn modelId="{14C38063-AFFA-4383-A9C4-E3BED120D7BD}" type="presParOf" srcId="{AF4FE80D-A82A-4458-88A5-02A970C1CEDB}" destId="{D9A88F8F-B7F4-4681-8983-BF321B436850}" srcOrd="0" destOrd="0" presId="urn:microsoft.com/office/officeart/2005/8/layout/hList1"/>
    <dgm:cxn modelId="{A8A6B872-43B8-4921-98AE-5461618786C4}" type="presParOf" srcId="{AF4FE80D-A82A-4458-88A5-02A970C1CEDB}" destId="{C71D0156-D98A-4B16-BC11-C9D0607E3BE2}" srcOrd="1" destOrd="0" presId="urn:microsoft.com/office/officeart/2005/8/layout/hList1"/>
    <dgm:cxn modelId="{E93BCA5B-D712-49AB-AEF7-1B7A9C94F917}" type="presParOf" srcId="{151A95A3-DB0E-4A38-A106-9896A0FFC2BC}" destId="{CF087266-D8C0-4BDF-BBEA-6E9417F6BF95}" srcOrd="5" destOrd="0" presId="urn:microsoft.com/office/officeart/2005/8/layout/hList1"/>
    <dgm:cxn modelId="{387E6273-557C-45EC-B2EE-1AD7A28D1973}" type="presParOf" srcId="{151A95A3-DB0E-4A38-A106-9896A0FFC2BC}" destId="{9C93FC02-FCEC-4C1D-B0B0-32F5FE3764AF}" srcOrd="6" destOrd="0" presId="urn:microsoft.com/office/officeart/2005/8/layout/hList1"/>
    <dgm:cxn modelId="{DD3B024D-B7E1-4B76-95E5-C18F29B6F943}" type="presParOf" srcId="{9C93FC02-FCEC-4C1D-B0B0-32F5FE3764AF}" destId="{7B5861E5-39A6-44BE-8ABE-54B97DAA6792}" srcOrd="0" destOrd="0" presId="urn:microsoft.com/office/officeart/2005/8/layout/hList1"/>
    <dgm:cxn modelId="{FD20EC54-2643-46B5-ACE0-A691367A52D8}" type="presParOf" srcId="{9C93FC02-FCEC-4C1D-B0B0-32F5FE3764AF}" destId="{26FB49CD-6789-4936-B0AA-8264E7732ECC}" srcOrd="1" destOrd="0" presId="urn:microsoft.com/office/officeart/2005/8/layout/hList1"/>
    <dgm:cxn modelId="{D7B45E62-02D1-4445-91C2-D02B96BF9028}" type="presParOf" srcId="{151A95A3-DB0E-4A38-A106-9896A0FFC2BC}" destId="{06D60991-5CC9-4C0F-9C05-A2713F976A0D}" srcOrd="7" destOrd="0" presId="urn:microsoft.com/office/officeart/2005/8/layout/hList1"/>
    <dgm:cxn modelId="{2F351183-AECA-4E91-95AD-C7676F1853F8}" type="presParOf" srcId="{151A95A3-DB0E-4A38-A106-9896A0FFC2BC}" destId="{6ACBDC28-7F34-4E16-80F4-C19E86DB5CBA}" srcOrd="8" destOrd="0" presId="urn:microsoft.com/office/officeart/2005/8/layout/hList1"/>
    <dgm:cxn modelId="{8932C714-7D74-4CB1-AF60-302339E079D0}" type="presParOf" srcId="{6ACBDC28-7F34-4E16-80F4-C19E86DB5CBA}" destId="{FA5C98E6-DCFF-4984-8F07-EE075C41A1A8}" srcOrd="0" destOrd="0" presId="urn:microsoft.com/office/officeart/2005/8/layout/hList1"/>
    <dgm:cxn modelId="{260454DA-4AF5-4F6A-A93C-D64EF5FBE10C}" type="presParOf" srcId="{6ACBDC28-7F34-4E16-80F4-C19E86DB5CBA}" destId="{85989FA1-F310-476C-A477-22AD0B20486B}" srcOrd="1" destOrd="0" presId="urn:microsoft.com/office/officeart/2005/8/layout/hList1"/>
    <dgm:cxn modelId="{FCD14DEE-6841-48AA-9863-AB9545273E9D}" type="presParOf" srcId="{151A95A3-DB0E-4A38-A106-9896A0FFC2BC}" destId="{B932A695-EACB-4941-95F6-CC15C1B59B19}" srcOrd="9" destOrd="0" presId="urn:microsoft.com/office/officeart/2005/8/layout/hList1"/>
    <dgm:cxn modelId="{FDF243EB-397C-48D9-A422-33223B403D3F}" type="presParOf" srcId="{151A95A3-DB0E-4A38-A106-9896A0FFC2BC}" destId="{39E48970-6EF4-4AB4-8126-86803FD2F7D4}" srcOrd="10" destOrd="0" presId="urn:microsoft.com/office/officeart/2005/8/layout/hList1"/>
    <dgm:cxn modelId="{2D28FB5D-1463-40C6-B26E-7A59B7853E99}" type="presParOf" srcId="{39E48970-6EF4-4AB4-8126-86803FD2F7D4}" destId="{A17BDC2F-68D5-4346-B27C-DFBCA0E7F97D}" srcOrd="0" destOrd="0" presId="urn:microsoft.com/office/officeart/2005/8/layout/hList1"/>
    <dgm:cxn modelId="{4B5C9227-93BC-4735-854C-0FC0490E2DD2}" type="presParOf" srcId="{39E48970-6EF4-4AB4-8126-86803FD2F7D4}" destId="{E63122BF-D8A4-4E65-B97A-B994EE4FBAD4}" srcOrd="1" destOrd="0" presId="urn:microsoft.com/office/officeart/2005/8/layout/hList1"/>
    <dgm:cxn modelId="{5D44F34F-0112-4E48-9192-8E14B2DDEC0C}" type="presParOf" srcId="{151A95A3-DB0E-4A38-A106-9896A0FFC2BC}" destId="{91ADCF4B-BBC9-44C3-8036-A45E6A9DAA56}" srcOrd="11" destOrd="0" presId="urn:microsoft.com/office/officeart/2005/8/layout/hList1"/>
    <dgm:cxn modelId="{BE0572C3-5106-4C2C-9259-C4D02A61D092}" type="presParOf" srcId="{151A95A3-DB0E-4A38-A106-9896A0FFC2BC}" destId="{D7312921-A65B-44C0-9125-7A05FB0769D0}" srcOrd="12" destOrd="0" presId="urn:microsoft.com/office/officeart/2005/8/layout/hList1"/>
    <dgm:cxn modelId="{1BA5F1BF-870E-41C0-BA0C-2FB3E1D90B8D}" type="presParOf" srcId="{D7312921-A65B-44C0-9125-7A05FB0769D0}" destId="{79B4F4D1-774D-468E-965E-D8A1341A54EF}" srcOrd="0" destOrd="0" presId="urn:microsoft.com/office/officeart/2005/8/layout/hList1"/>
    <dgm:cxn modelId="{02B4632A-0240-4A8F-9CC0-E99BB431803E}" type="presParOf" srcId="{D7312921-A65B-44C0-9125-7A05FB0769D0}" destId="{E11A236A-C8EF-4DD9-A5FF-87B3E2BE8C64}" srcOrd="1" destOrd="0" presId="urn:microsoft.com/office/officeart/2005/8/layout/hList1"/>
    <dgm:cxn modelId="{73586B60-5E1A-4F49-A7D8-31588D5F7D15}" type="presParOf" srcId="{151A95A3-DB0E-4A38-A106-9896A0FFC2BC}" destId="{FB963F71-F01A-441D-A5B2-D0F217949AEB}" srcOrd="13" destOrd="0" presId="urn:microsoft.com/office/officeart/2005/8/layout/hList1"/>
    <dgm:cxn modelId="{184B8EF6-CBF7-4FDA-9918-0DFF238E6896}" type="presParOf" srcId="{151A95A3-DB0E-4A38-A106-9896A0FFC2BC}" destId="{FD4F5DD9-36BF-4A26-8BF1-C7DDE5C620C1}" srcOrd="14" destOrd="0" presId="urn:microsoft.com/office/officeart/2005/8/layout/hList1"/>
    <dgm:cxn modelId="{626BEF67-0332-4837-A297-0A74D9097349}" type="presParOf" srcId="{FD4F5DD9-36BF-4A26-8BF1-C7DDE5C620C1}" destId="{95C26BBE-D8A1-4242-BBB7-240603A83E1B}" srcOrd="0" destOrd="0" presId="urn:microsoft.com/office/officeart/2005/8/layout/hList1"/>
    <dgm:cxn modelId="{3A2062E5-2EE3-4C7C-AA04-F990BF003BB3}" type="presParOf" srcId="{FD4F5DD9-36BF-4A26-8BF1-C7DDE5C620C1}" destId="{5F5B5C63-7633-47B3-A396-78BE2F426CB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97CB151-95D8-4083-A64B-9D2C2D06B62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D60863-36B6-44FB-984C-405FF0615B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Measure how well the vertices are connected in a network</a:t>
          </a:r>
        </a:p>
      </dgm:t>
    </dgm:pt>
    <dgm:pt modelId="{80BD27B0-D660-4943-A873-8BFC60D12DC3}" type="parTrans" cxnId="{3E35BB7F-11C9-4DC1-A886-0A24E7BE8114}">
      <dgm:prSet/>
      <dgm:spPr/>
      <dgm:t>
        <a:bodyPr/>
        <a:lstStyle/>
        <a:p>
          <a:endParaRPr lang="en-US"/>
        </a:p>
      </dgm:t>
    </dgm:pt>
    <dgm:pt modelId="{3E0B0FB2-0922-4E43-96D0-5C7B4CDD6B6F}" type="sibTrans" cxnId="{3E35BB7F-11C9-4DC1-A886-0A24E7BE811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EB7EB8D-2C7E-4D8B-A8DA-333CA9E20E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Identify isolated nodes or disconnected components</a:t>
          </a:r>
        </a:p>
      </dgm:t>
    </dgm:pt>
    <dgm:pt modelId="{8D8DE7D1-9A16-495A-92C7-E10FAE32CB0B}" type="parTrans" cxnId="{AB335915-50DA-4401-B2F6-61F373C44EC0}">
      <dgm:prSet/>
      <dgm:spPr/>
      <dgm:t>
        <a:bodyPr/>
        <a:lstStyle/>
        <a:p>
          <a:endParaRPr lang="en-US"/>
        </a:p>
      </dgm:t>
    </dgm:pt>
    <dgm:pt modelId="{568B8447-710F-4FD9-B206-5EA7262CB28E}" type="sibTrans" cxnId="{AB335915-50DA-4401-B2F6-61F373C44EC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721DC03-2B3E-4ABD-A791-63E4D27355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Detect susceptibility for edges/vertices failure (disconnection)</a:t>
          </a:r>
        </a:p>
      </dgm:t>
    </dgm:pt>
    <dgm:pt modelId="{A7C79BE2-545C-4110-9224-0F479D7DA9C6}" type="parTrans" cxnId="{0E45CB24-66FC-4EA2-A5A0-CA44E8FAEB9C}">
      <dgm:prSet/>
      <dgm:spPr/>
      <dgm:t>
        <a:bodyPr/>
        <a:lstStyle/>
        <a:p>
          <a:endParaRPr lang="en-US"/>
        </a:p>
      </dgm:t>
    </dgm:pt>
    <dgm:pt modelId="{8A9EC14B-1CA6-41F8-ADFE-4B57785B9FFC}" type="sibTrans" cxnId="{0E45CB24-66FC-4EA2-A5A0-CA44E8FAEB9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8D8649C-5DAB-4DFB-B173-CB04D176A4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Present the general design and analysis of the graph</a:t>
          </a:r>
        </a:p>
      </dgm:t>
    </dgm:pt>
    <dgm:pt modelId="{4B4F1A1B-F33E-490E-8803-BAE7380CC1AB}" type="parTrans" cxnId="{B975DAC5-59FC-404A-A8E3-EE6BA139883B}">
      <dgm:prSet/>
      <dgm:spPr/>
      <dgm:t>
        <a:bodyPr/>
        <a:lstStyle/>
        <a:p>
          <a:endParaRPr lang="en-US"/>
        </a:p>
      </dgm:t>
    </dgm:pt>
    <dgm:pt modelId="{2ECDAA24-2186-46ED-A702-512F1C39B1D9}" type="sibTrans" cxnId="{B975DAC5-59FC-404A-A8E3-EE6BA139883B}">
      <dgm:prSet/>
      <dgm:spPr/>
      <dgm:t>
        <a:bodyPr/>
        <a:lstStyle/>
        <a:p>
          <a:endParaRPr lang="en-US"/>
        </a:p>
      </dgm:t>
    </dgm:pt>
    <dgm:pt modelId="{5DCB9B59-1D0D-4C96-8168-BE253A8BCF50}" type="pres">
      <dgm:prSet presAssocID="{297CB151-95D8-4083-A64B-9D2C2D06B628}" presName="root" presStyleCnt="0">
        <dgm:presLayoutVars>
          <dgm:dir/>
          <dgm:resizeHandles val="exact"/>
        </dgm:presLayoutVars>
      </dgm:prSet>
      <dgm:spPr/>
    </dgm:pt>
    <dgm:pt modelId="{9CD3D792-B9DD-4CA1-86B9-B315F70A5971}" type="pres">
      <dgm:prSet presAssocID="{297CB151-95D8-4083-A64B-9D2C2D06B628}" presName="container" presStyleCnt="0">
        <dgm:presLayoutVars>
          <dgm:dir/>
          <dgm:resizeHandles val="exact"/>
        </dgm:presLayoutVars>
      </dgm:prSet>
      <dgm:spPr/>
    </dgm:pt>
    <dgm:pt modelId="{02CE1246-067D-4BE4-87E9-93FDCA4D44CD}" type="pres">
      <dgm:prSet presAssocID="{70D60863-36B6-44FB-984C-405FF0615B13}" presName="compNode" presStyleCnt="0"/>
      <dgm:spPr/>
    </dgm:pt>
    <dgm:pt modelId="{2416676A-C5C8-4DCF-88DC-E9D448230D2C}" type="pres">
      <dgm:prSet presAssocID="{70D60863-36B6-44FB-984C-405FF0615B13}" presName="iconBgRect" presStyleLbl="bgShp" presStyleIdx="0" presStyleCnt="4"/>
      <dgm:spPr/>
    </dgm:pt>
    <dgm:pt modelId="{25B5C0B3-2E13-4933-B0F4-8EF153E244A8}" type="pres">
      <dgm:prSet presAssocID="{70D60863-36B6-44FB-984C-405FF0615B1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ions with solid fill"/>
        </a:ext>
      </dgm:extLst>
    </dgm:pt>
    <dgm:pt modelId="{3CE74269-4858-4485-9B20-1243C8F059BC}" type="pres">
      <dgm:prSet presAssocID="{70D60863-36B6-44FB-984C-405FF0615B13}" presName="spaceRect" presStyleCnt="0"/>
      <dgm:spPr/>
    </dgm:pt>
    <dgm:pt modelId="{909046C9-DA3F-4C09-ABA4-6D3F66F11757}" type="pres">
      <dgm:prSet presAssocID="{70D60863-36B6-44FB-984C-405FF0615B13}" presName="textRect" presStyleLbl="revTx" presStyleIdx="0" presStyleCnt="4">
        <dgm:presLayoutVars>
          <dgm:chMax val="1"/>
          <dgm:chPref val="1"/>
        </dgm:presLayoutVars>
      </dgm:prSet>
      <dgm:spPr/>
    </dgm:pt>
    <dgm:pt modelId="{B0F943A0-A1AD-487D-8BFF-FC920BC243EE}" type="pres">
      <dgm:prSet presAssocID="{3E0B0FB2-0922-4E43-96D0-5C7B4CDD6B6F}" presName="sibTrans" presStyleLbl="sibTrans2D1" presStyleIdx="0" presStyleCnt="0"/>
      <dgm:spPr/>
    </dgm:pt>
    <dgm:pt modelId="{4A470E6A-ECBD-4E6D-84D4-7CB72B83E4AB}" type="pres">
      <dgm:prSet presAssocID="{4EB7EB8D-2C7E-4D8B-A8DA-333CA9E20E42}" presName="compNode" presStyleCnt="0"/>
      <dgm:spPr/>
    </dgm:pt>
    <dgm:pt modelId="{4ED60475-6E52-4460-80F9-8C1891D842E1}" type="pres">
      <dgm:prSet presAssocID="{4EB7EB8D-2C7E-4D8B-A8DA-333CA9E20E42}" presName="iconBgRect" presStyleLbl="bgShp" presStyleIdx="1" presStyleCnt="4"/>
      <dgm:spPr/>
    </dgm:pt>
    <dgm:pt modelId="{E8450DD5-C632-4745-AF87-5A8C3AF3B3E8}" type="pres">
      <dgm:prSet presAssocID="{4EB7EB8D-2C7E-4D8B-A8DA-333CA9E20E4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t with solid fill"/>
        </a:ext>
      </dgm:extLst>
    </dgm:pt>
    <dgm:pt modelId="{AF012444-CB33-4845-B211-C5A2C1A078B4}" type="pres">
      <dgm:prSet presAssocID="{4EB7EB8D-2C7E-4D8B-A8DA-333CA9E20E42}" presName="spaceRect" presStyleCnt="0"/>
      <dgm:spPr/>
    </dgm:pt>
    <dgm:pt modelId="{EF2BA9A2-9CB2-4537-8799-DBEDF7A3DAF0}" type="pres">
      <dgm:prSet presAssocID="{4EB7EB8D-2C7E-4D8B-A8DA-333CA9E20E42}" presName="textRect" presStyleLbl="revTx" presStyleIdx="1" presStyleCnt="4">
        <dgm:presLayoutVars>
          <dgm:chMax val="1"/>
          <dgm:chPref val="1"/>
        </dgm:presLayoutVars>
      </dgm:prSet>
      <dgm:spPr/>
    </dgm:pt>
    <dgm:pt modelId="{E7A70A44-964A-4558-9588-ADF0639FFB1D}" type="pres">
      <dgm:prSet presAssocID="{568B8447-710F-4FD9-B206-5EA7262CB28E}" presName="sibTrans" presStyleLbl="sibTrans2D1" presStyleIdx="0" presStyleCnt="0"/>
      <dgm:spPr/>
    </dgm:pt>
    <dgm:pt modelId="{98DA3260-F2AF-4BA0-A22F-1D0F7F11B349}" type="pres">
      <dgm:prSet presAssocID="{7721DC03-2B3E-4ABD-A791-63E4D273558C}" presName="compNode" presStyleCnt="0"/>
      <dgm:spPr/>
    </dgm:pt>
    <dgm:pt modelId="{4AA12F19-2E52-4967-AD8E-5956F90BE294}" type="pres">
      <dgm:prSet presAssocID="{7721DC03-2B3E-4ABD-A791-63E4D273558C}" presName="iconBgRect" presStyleLbl="bgShp" presStyleIdx="2" presStyleCnt="4"/>
      <dgm:spPr/>
    </dgm:pt>
    <dgm:pt modelId="{ACBC61D8-5D4F-49E6-A7D3-CD63EF0AB52C}" type="pres">
      <dgm:prSet presAssocID="{7721DC03-2B3E-4ABD-A791-63E4D273558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et"/>
        </a:ext>
      </dgm:extLst>
    </dgm:pt>
    <dgm:pt modelId="{8E658586-C6DB-4B75-8EA1-6BE130A8412F}" type="pres">
      <dgm:prSet presAssocID="{7721DC03-2B3E-4ABD-A791-63E4D273558C}" presName="spaceRect" presStyleCnt="0"/>
      <dgm:spPr/>
    </dgm:pt>
    <dgm:pt modelId="{56B5BAED-B5E7-4C88-B337-F10BE83D34BB}" type="pres">
      <dgm:prSet presAssocID="{7721DC03-2B3E-4ABD-A791-63E4D273558C}" presName="textRect" presStyleLbl="revTx" presStyleIdx="2" presStyleCnt="4">
        <dgm:presLayoutVars>
          <dgm:chMax val="1"/>
          <dgm:chPref val="1"/>
        </dgm:presLayoutVars>
      </dgm:prSet>
      <dgm:spPr/>
    </dgm:pt>
    <dgm:pt modelId="{9221D060-C2BA-449E-B46F-637BA2EA72E8}" type="pres">
      <dgm:prSet presAssocID="{8A9EC14B-1CA6-41F8-ADFE-4B57785B9FFC}" presName="sibTrans" presStyleLbl="sibTrans2D1" presStyleIdx="0" presStyleCnt="0"/>
      <dgm:spPr/>
    </dgm:pt>
    <dgm:pt modelId="{992FE5BD-717F-4AA6-AD0D-D4B3C808BD8F}" type="pres">
      <dgm:prSet presAssocID="{D8D8649C-5DAB-4DFB-B173-CB04D176A482}" presName="compNode" presStyleCnt="0"/>
      <dgm:spPr/>
    </dgm:pt>
    <dgm:pt modelId="{66BA2C31-01A4-414D-A337-1C1E89DE7C0E}" type="pres">
      <dgm:prSet presAssocID="{D8D8649C-5DAB-4DFB-B173-CB04D176A482}" presName="iconBgRect" presStyleLbl="bgShp" presStyleIdx="3" presStyleCnt="4"/>
      <dgm:spPr/>
    </dgm:pt>
    <dgm:pt modelId="{189CFEBB-F071-4991-AC56-4C14B25979A8}" type="pres">
      <dgm:prSet presAssocID="{D8D8649C-5DAB-4DFB-B173-CB04D176A48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 with solid fill"/>
        </a:ext>
      </dgm:extLst>
    </dgm:pt>
    <dgm:pt modelId="{FAE639B1-F4C7-4EEA-8E0B-7454F39DFA42}" type="pres">
      <dgm:prSet presAssocID="{D8D8649C-5DAB-4DFB-B173-CB04D176A482}" presName="spaceRect" presStyleCnt="0"/>
      <dgm:spPr/>
    </dgm:pt>
    <dgm:pt modelId="{F4BA917E-0C05-4147-91DE-53F6D3965F60}" type="pres">
      <dgm:prSet presAssocID="{D8D8649C-5DAB-4DFB-B173-CB04D176A48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509CD13-37FC-47A6-A8F1-C8DDE734254D}" type="presOf" srcId="{4EB7EB8D-2C7E-4D8B-A8DA-333CA9E20E42}" destId="{EF2BA9A2-9CB2-4537-8799-DBEDF7A3DAF0}" srcOrd="0" destOrd="0" presId="urn:microsoft.com/office/officeart/2018/2/layout/IconCircleList"/>
    <dgm:cxn modelId="{AB335915-50DA-4401-B2F6-61F373C44EC0}" srcId="{297CB151-95D8-4083-A64B-9D2C2D06B628}" destId="{4EB7EB8D-2C7E-4D8B-A8DA-333CA9E20E42}" srcOrd="1" destOrd="0" parTransId="{8D8DE7D1-9A16-495A-92C7-E10FAE32CB0B}" sibTransId="{568B8447-710F-4FD9-B206-5EA7262CB28E}"/>
    <dgm:cxn modelId="{AD1A3018-09BC-4F3B-B0A6-F6A16079EF20}" type="presOf" srcId="{D8D8649C-5DAB-4DFB-B173-CB04D176A482}" destId="{F4BA917E-0C05-4147-91DE-53F6D3965F60}" srcOrd="0" destOrd="0" presId="urn:microsoft.com/office/officeart/2018/2/layout/IconCircleList"/>
    <dgm:cxn modelId="{0E45CB24-66FC-4EA2-A5A0-CA44E8FAEB9C}" srcId="{297CB151-95D8-4083-A64B-9D2C2D06B628}" destId="{7721DC03-2B3E-4ABD-A791-63E4D273558C}" srcOrd="2" destOrd="0" parTransId="{A7C79BE2-545C-4110-9224-0F479D7DA9C6}" sibTransId="{8A9EC14B-1CA6-41F8-ADFE-4B57785B9FFC}"/>
    <dgm:cxn modelId="{AB7DE33D-12EF-4632-A13F-BE1A6136CF5F}" type="presOf" srcId="{8A9EC14B-1CA6-41F8-ADFE-4B57785B9FFC}" destId="{9221D060-C2BA-449E-B46F-637BA2EA72E8}" srcOrd="0" destOrd="0" presId="urn:microsoft.com/office/officeart/2018/2/layout/IconCircleList"/>
    <dgm:cxn modelId="{E808D248-83C0-4EE3-89D5-BD8AC5DBAC26}" type="presOf" srcId="{7721DC03-2B3E-4ABD-A791-63E4D273558C}" destId="{56B5BAED-B5E7-4C88-B337-F10BE83D34BB}" srcOrd="0" destOrd="0" presId="urn:microsoft.com/office/officeart/2018/2/layout/IconCircleList"/>
    <dgm:cxn modelId="{5C444E4E-5394-4A91-B9CB-86BFBAACAB52}" type="presOf" srcId="{568B8447-710F-4FD9-B206-5EA7262CB28E}" destId="{E7A70A44-964A-4558-9588-ADF0639FFB1D}" srcOrd="0" destOrd="0" presId="urn:microsoft.com/office/officeart/2018/2/layout/IconCircleList"/>
    <dgm:cxn modelId="{3E35BB7F-11C9-4DC1-A886-0A24E7BE8114}" srcId="{297CB151-95D8-4083-A64B-9D2C2D06B628}" destId="{70D60863-36B6-44FB-984C-405FF0615B13}" srcOrd="0" destOrd="0" parTransId="{80BD27B0-D660-4943-A873-8BFC60D12DC3}" sibTransId="{3E0B0FB2-0922-4E43-96D0-5C7B4CDD6B6F}"/>
    <dgm:cxn modelId="{F3F54994-E724-4110-86CB-314DB89C5175}" type="presOf" srcId="{70D60863-36B6-44FB-984C-405FF0615B13}" destId="{909046C9-DA3F-4C09-ABA4-6D3F66F11757}" srcOrd="0" destOrd="0" presId="urn:microsoft.com/office/officeart/2018/2/layout/IconCircleList"/>
    <dgm:cxn modelId="{449AA397-A0AC-485B-B9D2-48B769FF493B}" type="presOf" srcId="{3E0B0FB2-0922-4E43-96D0-5C7B4CDD6B6F}" destId="{B0F943A0-A1AD-487D-8BFF-FC920BC243EE}" srcOrd="0" destOrd="0" presId="urn:microsoft.com/office/officeart/2018/2/layout/IconCircleList"/>
    <dgm:cxn modelId="{B975DAC5-59FC-404A-A8E3-EE6BA139883B}" srcId="{297CB151-95D8-4083-A64B-9D2C2D06B628}" destId="{D8D8649C-5DAB-4DFB-B173-CB04D176A482}" srcOrd="3" destOrd="0" parTransId="{4B4F1A1B-F33E-490E-8803-BAE7380CC1AB}" sibTransId="{2ECDAA24-2186-46ED-A702-512F1C39B1D9}"/>
    <dgm:cxn modelId="{B376C4F2-A9A0-475C-A96A-879EDC2C1B4B}" type="presOf" srcId="{297CB151-95D8-4083-A64B-9D2C2D06B628}" destId="{5DCB9B59-1D0D-4C96-8168-BE253A8BCF50}" srcOrd="0" destOrd="0" presId="urn:microsoft.com/office/officeart/2018/2/layout/IconCircleList"/>
    <dgm:cxn modelId="{5F5ECA7F-628A-4B54-B337-1D47BEE972AD}" type="presParOf" srcId="{5DCB9B59-1D0D-4C96-8168-BE253A8BCF50}" destId="{9CD3D792-B9DD-4CA1-86B9-B315F70A5971}" srcOrd="0" destOrd="0" presId="urn:microsoft.com/office/officeart/2018/2/layout/IconCircleList"/>
    <dgm:cxn modelId="{9A93773E-5D20-4E01-A3A2-1807997D753C}" type="presParOf" srcId="{9CD3D792-B9DD-4CA1-86B9-B315F70A5971}" destId="{02CE1246-067D-4BE4-87E9-93FDCA4D44CD}" srcOrd="0" destOrd="0" presId="urn:microsoft.com/office/officeart/2018/2/layout/IconCircleList"/>
    <dgm:cxn modelId="{78A26388-81C6-4BA3-9265-76DB2AC61205}" type="presParOf" srcId="{02CE1246-067D-4BE4-87E9-93FDCA4D44CD}" destId="{2416676A-C5C8-4DCF-88DC-E9D448230D2C}" srcOrd="0" destOrd="0" presId="urn:microsoft.com/office/officeart/2018/2/layout/IconCircleList"/>
    <dgm:cxn modelId="{83D9E38E-D414-4166-A386-F520C28DEFC9}" type="presParOf" srcId="{02CE1246-067D-4BE4-87E9-93FDCA4D44CD}" destId="{25B5C0B3-2E13-4933-B0F4-8EF153E244A8}" srcOrd="1" destOrd="0" presId="urn:microsoft.com/office/officeart/2018/2/layout/IconCircleList"/>
    <dgm:cxn modelId="{36D486F4-A7E0-48B2-BD90-9C33AF246AA3}" type="presParOf" srcId="{02CE1246-067D-4BE4-87E9-93FDCA4D44CD}" destId="{3CE74269-4858-4485-9B20-1243C8F059BC}" srcOrd="2" destOrd="0" presId="urn:microsoft.com/office/officeart/2018/2/layout/IconCircleList"/>
    <dgm:cxn modelId="{6494D14D-6494-4BA7-A494-1D9592472660}" type="presParOf" srcId="{02CE1246-067D-4BE4-87E9-93FDCA4D44CD}" destId="{909046C9-DA3F-4C09-ABA4-6D3F66F11757}" srcOrd="3" destOrd="0" presId="urn:microsoft.com/office/officeart/2018/2/layout/IconCircleList"/>
    <dgm:cxn modelId="{094BCAFC-DCBB-4E65-88B9-3EC69945B5D4}" type="presParOf" srcId="{9CD3D792-B9DD-4CA1-86B9-B315F70A5971}" destId="{B0F943A0-A1AD-487D-8BFF-FC920BC243EE}" srcOrd="1" destOrd="0" presId="urn:microsoft.com/office/officeart/2018/2/layout/IconCircleList"/>
    <dgm:cxn modelId="{D70D161D-ED08-4096-B05C-A65B57ADC2EA}" type="presParOf" srcId="{9CD3D792-B9DD-4CA1-86B9-B315F70A5971}" destId="{4A470E6A-ECBD-4E6D-84D4-7CB72B83E4AB}" srcOrd="2" destOrd="0" presId="urn:microsoft.com/office/officeart/2018/2/layout/IconCircleList"/>
    <dgm:cxn modelId="{6B91C013-3388-4E8B-A11D-D9CE5F9CDE76}" type="presParOf" srcId="{4A470E6A-ECBD-4E6D-84D4-7CB72B83E4AB}" destId="{4ED60475-6E52-4460-80F9-8C1891D842E1}" srcOrd="0" destOrd="0" presId="urn:microsoft.com/office/officeart/2018/2/layout/IconCircleList"/>
    <dgm:cxn modelId="{E81648A2-5D4A-4F80-84C5-6A6F6C0C7FE5}" type="presParOf" srcId="{4A470E6A-ECBD-4E6D-84D4-7CB72B83E4AB}" destId="{E8450DD5-C632-4745-AF87-5A8C3AF3B3E8}" srcOrd="1" destOrd="0" presId="urn:microsoft.com/office/officeart/2018/2/layout/IconCircleList"/>
    <dgm:cxn modelId="{4C8D7DC5-B83D-4DC0-9C96-085A8464E453}" type="presParOf" srcId="{4A470E6A-ECBD-4E6D-84D4-7CB72B83E4AB}" destId="{AF012444-CB33-4845-B211-C5A2C1A078B4}" srcOrd="2" destOrd="0" presId="urn:microsoft.com/office/officeart/2018/2/layout/IconCircleList"/>
    <dgm:cxn modelId="{209B8210-20AC-4E68-B730-C1366BEA44CF}" type="presParOf" srcId="{4A470E6A-ECBD-4E6D-84D4-7CB72B83E4AB}" destId="{EF2BA9A2-9CB2-4537-8799-DBEDF7A3DAF0}" srcOrd="3" destOrd="0" presId="urn:microsoft.com/office/officeart/2018/2/layout/IconCircleList"/>
    <dgm:cxn modelId="{1B761A17-8FCA-47D1-98BA-51798684BA17}" type="presParOf" srcId="{9CD3D792-B9DD-4CA1-86B9-B315F70A5971}" destId="{E7A70A44-964A-4558-9588-ADF0639FFB1D}" srcOrd="3" destOrd="0" presId="urn:microsoft.com/office/officeart/2018/2/layout/IconCircleList"/>
    <dgm:cxn modelId="{D2BE7303-7B0A-4465-ADBA-DC06CDB4C7A7}" type="presParOf" srcId="{9CD3D792-B9DD-4CA1-86B9-B315F70A5971}" destId="{98DA3260-F2AF-4BA0-A22F-1D0F7F11B349}" srcOrd="4" destOrd="0" presId="urn:microsoft.com/office/officeart/2018/2/layout/IconCircleList"/>
    <dgm:cxn modelId="{2E43458D-B175-4626-AF4A-0B14674BF613}" type="presParOf" srcId="{98DA3260-F2AF-4BA0-A22F-1D0F7F11B349}" destId="{4AA12F19-2E52-4967-AD8E-5956F90BE294}" srcOrd="0" destOrd="0" presId="urn:microsoft.com/office/officeart/2018/2/layout/IconCircleList"/>
    <dgm:cxn modelId="{DBD5E205-1C5B-48EF-B173-47E480DC0297}" type="presParOf" srcId="{98DA3260-F2AF-4BA0-A22F-1D0F7F11B349}" destId="{ACBC61D8-5D4F-49E6-A7D3-CD63EF0AB52C}" srcOrd="1" destOrd="0" presId="urn:microsoft.com/office/officeart/2018/2/layout/IconCircleList"/>
    <dgm:cxn modelId="{B1AA9B90-2DDE-4788-BD7D-4EEF19902B05}" type="presParOf" srcId="{98DA3260-F2AF-4BA0-A22F-1D0F7F11B349}" destId="{8E658586-C6DB-4B75-8EA1-6BE130A8412F}" srcOrd="2" destOrd="0" presId="urn:microsoft.com/office/officeart/2018/2/layout/IconCircleList"/>
    <dgm:cxn modelId="{78C84D60-B711-449E-BBF5-2D15C3123F7C}" type="presParOf" srcId="{98DA3260-F2AF-4BA0-A22F-1D0F7F11B349}" destId="{56B5BAED-B5E7-4C88-B337-F10BE83D34BB}" srcOrd="3" destOrd="0" presId="urn:microsoft.com/office/officeart/2018/2/layout/IconCircleList"/>
    <dgm:cxn modelId="{EF95EBBB-FB39-4EFF-8C42-785A580892A4}" type="presParOf" srcId="{9CD3D792-B9DD-4CA1-86B9-B315F70A5971}" destId="{9221D060-C2BA-449E-B46F-637BA2EA72E8}" srcOrd="5" destOrd="0" presId="urn:microsoft.com/office/officeart/2018/2/layout/IconCircleList"/>
    <dgm:cxn modelId="{B91F3D65-D0A9-4A33-9057-46C575E36A66}" type="presParOf" srcId="{9CD3D792-B9DD-4CA1-86B9-B315F70A5971}" destId="{992FE5BD-717F-4AA6-AD0D-D4B3C808BD8F}" srcOrd="6" destOrd="0" presId="urn:microsoft.com/office/officeart/2018/2/layout/IconCircleList"/>
    <dgm:cxn modelId="{A4864B89-592A-4E7D-B537-EEA2189E612F}" type="presParOf" srcId="{992FE5BD-717F-4AA6-AD0D-D4B3C808BD8F}" destId="{66BA2C31-01A4-414D-A337-1C1E89DE7C0E}" srcOrd="0" destOrd="0" presId="urn:microsoft.com/office/officeart/2018/2/layout/IconCircleList"/>
    <dgm:cxn modelId="{F23F5F7B-F303-4143-8774-DAD5E79DF37D}" type="presParOf" srcId="{992FE5BD-717F-4AA6-AD0D-D4B3C808BD8F}" destId="{189CFEBB-F071-4991-AC56-4C14B25979A8}" srcOrd="1" destOrd="0" presId="urn:microsoft.com/office/officeart/2018/2/layout/IconCircleList"/>
    <dgm:cxn modelId="{DE86871D-9DFA-4ED6-B16A-749FD93AFC41}" type="presParOf" srcId="{992FE5BD-717F-4AA6-AD0D-D4B3C808BD8F}" destId="{FAE639B1-F4C7-4EEA-8E0B-7454F39DFA42}" srcOrd="2" destOrd="0" presId="urn:microsoft.com/office/officeart/2018/2/layout/IconCircleList"/>
    <dgm:cxn modelId="{4AF757DF-8C82-4698-BDE6-2FD24FFD3A9C}" type="presParOf" srcId="{992FE5BD-717F-4AA6-AD0D-D4B3C808BD8F}" destId="{F4BA917E-0C05-4147-91DE-53F6D3965F6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503E6F-718A-4BBB-8FA8-1F40718B813F}">
      <dsp:nvSpPr>
        <dsp:cNvPr id="0" name=""/>
        <dsp:cNvSpPr/>
      </dsp:nvSpPr>
      <dsp:spPr>
        <a:xfrm>
          <a:off x="0" y="58244"/>
          <a:ext cx="4530898" cy="8353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Detecting different patterns and trends in graphs</a:t>
          </a:r>
        </a:p>
      </dsp:txBody>
      <dsp:txXfrm>
        <a:off x="40780" y="99024"/>
        <a:ext cx="4449338" cy="753819"/>
      </dsp:txXfrm>
    </dsp:sp>
    <dsp:sp modelId="{3E3E9072-C758-4DDE-8A93-E3429A988DCE}">
      <dsp:nvSpPr>
        <dsp:cNvPr id="0" name=""/>
        <dsp:cNvSpPr/>
      </dsp:nvSpPr>
      <dsp:spPr>
        <a:xfrm>
          <a:off x="0" y="954104"/>
          <a:ext cx="4530898" cy="83537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Determining the influence and properties of data </a:t>
          </a:r>
        </a:p>
      </dsp:txBody>
      <dsp:txXfrm>
        <a:off x="40780" y="994884"/>
        <a:ext cx="4449338" cy="753819"/>
      </dsp:txXfrm>
    </dsp:sp>
    <dsp:sp modelId="{95484670-F8E9-4402-ACA1-29C458B4BFEF}">
      <dsp:nvSpPr>
        <dsp:cNvPr id="0" name=""/>
        <dsp:cNvSpPr/>
      </dsp:nvSpPr>
      <dsp:spPr>
        <a:xfrm>
          <a:off x="0" y="1849965"/>
          <a:ext cx="4530898" cy="83537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Analyzing the core-peripheral structure of the graph</a:t>
          </a:r>
        </a:p>
      </dsp:txBody>
      <dsp:txXfrm>
        <a:off x="40780" y="1890745"/>
        <a:ext cx="4449338" cy="753819"/>
      </dsp:txXfrm>
    </dsp:sp>
    <dsp:sp modelId="{8163C66A-3FB6-4187-A1F5-E9E92BF834C0}">
      <dsp:nvSpPr>
        <dsp:cNvPr id="0" name=""/>
        <dsp:cNvSpPr/>
      </dsp:nvSpPr>
      <dsp:spPr>
        <a:xfrm>
          <a:off x="0" y="2745825"/>
          <a:ext cx="4530898" cy="8353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Detecting communities for different networks</a:t>
          </a:r>
        </a:p>
      </dsp:txBody>
      <dsp:txXfrm>
        <a:off x="40780" y="2786605"/>
        <a:ext cx="4449338" cy="7538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74D428-2035-4BB7-946B-3BCD9D06C3B6}">
      <dsp:nvSpPr>
        <dsp:cNvPr id="0" name=""/>
        <dsp:cNvSpPr/>
      </dsp:nvSpPr>
      <dsp:spPr>
        <a:xfrm>
          <a:off x="958720" y="706"/>
          <a:ext cx="971472" cy="9714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3CEEA4-EACB-4F6F-A5BE-FA4991E7B20C}">
      <dsp:nvSpPr>
        <dsp:cNvPr id="0" name=""/>
        <dsp:cNvSpPr/>
      </dsp:nvSpPr>
      <dsp:spPr>
        <a:xfrm>
          <a:off x="1165755" y="207741"/>
          <a:ext cx="557402" cy="557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2F3283-08B3-4F78-B428-748E637E82FA}">
      <dsp:nvSpPr>
        <dsp:cNvPr id="0" name=""/>
        <dsp:cNvSpPr/>
      </dsp:nvSpPr>
      <dsp:spPr>
        <a:xfrm>
          <a:off x="648167" y="1274768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Connectivity metrics</a:t>
          </a:r>
          <a:endParaRPr lang="en-US" sz="1500" kern="1200" dirty="0"/>
        </a:p>
      </dsp:txBody>
      <dsp:txXfrm>
        <a:off x="648167" y="1274768"/>
        <a:ext cx="1592578" cy="637031"/>
      </dsp:txXfrm>
    </dsp:sp>
    <dsp:sp modelId="{346F1DA7-A327-44E6-AA44-5FA88E266F7C}">
      <dsp:nvSpPr>
        <dsp:cNvPr id="0" name=""/>
        <dsp:cNvSpPr/>
      </dsp:nvSpPr>
      <dsp:spPr>
        <a:xfrm>
          <a:off x="2829999" y="706"/>
          <a:ext cx="971472" cy="9714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806051-DD5A-4B11-B529-712882E39ABD}">
      <dsp:nvSpPr>
        <dsp:cNvPr id="0" name=""/>
        <dsp:cNvSpPr/>
      </dsp:nvSpPr>
      <dsp:spPr>
        <a:xfrm>
          <a:off x="3037034" y="207741"/>
          <a:ext cx="557402" cy="557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98A5BA-601E-4391-B4F2-B3606407A775}">
      <dsp:nvSpPr>
        <dsp:cNvPr id="0" name=""/>
        <dsp:cNvSpPr/>
      </dsp:nvSpPr>
      <dsp:spPr>
        <a:xfrm>
          <a:off x="2519446" y="1274768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Density Metrics</a:t>
          </a:r>
          <a:endParaRPr lang="en-US" sz="1500" kern="1200" dirty="0"/>
        </a:p>
      </dsp:txBody>
      <dsp:txXfrm>
        <a:off x="2519446" y="1274768"/>
        <a:ext cx="1592578" cy="637031"/>
      </dsp:txXfrm>
    </dsp:sp>
    <dsp:sp modelId="{7A1D6C3A-EF5F-4500-A3FF-36CDCF622AA8}">
      <dsp:nvSpPr>
        <dsp:cNvPr id="0" name=""/>
        <dsp:cNvSpPr/>
      </dsp:nvSpPr>
      <dsp:spPr>
        <a:xfrm>
          <a:off x="4925067" y="706"/>
          <a:ext cx="971472" cy="9714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62519B-27A1-47D8-AEFA-7CC4B6BDD6B6}">
      <dsp:nvSpPr>
        <dsp:cNvPr id="0" name=""/>
        <dsp:cNvSpPr/>
      </dsp:nvSpPr>
      <dsp:spPr>
        <a:xfrm>
          <a:off x="5132103" y="207741"/>
          <a:ext cx="557402" cy="557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A0EB1-31FC-48EA-B3DB-1A8A2831DBFB}">
      <dsp:nvSpPr>
        <dsp:cNvPr id="0" name=""/>
        <dsp:cNvSpPr/>
      </dsp:nvSpPr>
      <dsp:spPr>
        <a:xfrm>
          <a:off x="4390726" y="1274768"/>
          <a:ext cx="2040156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Transitivity &amp; Clustering Metrics</a:t>
          </a:r>
        </a:p>
      </dsp:txBody>
      <dsp:txXfrm>
        <a:off x="4390726" y="1274768"/>
        <a:ext cx="2040156" cy="637031"/>
      </dsp:txXfrm>
    </dsp:sp>
    <dsp:sp modelId="{3E110C9F-1830-4878-9366-914FCF0AFF86}">
      <dsp:nvSpPr>
        <dsp:cNvPr id="0" name=""/>
        <dsp:cNvSpPr/>
      </dsp:nvSpPr>
      <dsp:spPr>
        <a:xfrm>
          <a:off x="1182509" y="2309944"/>
          <a:ext cx="971472" cy="9714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3C2D15-3481-4AC2-ACCC-80B5901E68C4}">
      <dsp:nvSpPr>
        <dsp:cNvPr id="0" name=""/>
        <dsp:cNvSpPr/>
      </dsp:nvSpPr>
      <dsp:spPr>
        <a:xfrm>
          <a:off x="1389544" y="2516979"/>
          <a:ext cx="557402" cy="557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BBA6F-86B3-4E0A-9F51-DABD4BDA29E3}">
      <dsp:nvSpPr>
        <dsp:cNvPr id="0" name=""/>
        <dsp:cNvSpPr/>
      </dsp:nvSpPr>
      <dsp:spPr>
        <a:xfrm>
          <a:off x="871956" y="3584007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Eccentricity Metrics</a:t>
          </a:r>
        </a:p>
      </dsp:txBody>
      <dsp:txXfrm>
        <a:off x="871956" y="3584007"/>
        <a:ext cx="1592578" cy="637031"/>
      </dsp:txXfrm>
    </dsp:sp>
    <dsp:sp modelId="{5D250B96-6BF3-42EF-A85F-01BECC75DF2A}">
      <dsp:nvSpPr>
        <dsp:cNvPr id="0" name=""/>
        <dsp:cNvSpPr/>
      </dsp:nvSpPr>
      <dsp:spPr>
        <a:xfrm>
          <a:off x="3053788" y="2309944"/>
          <a:ext cx="971472" cy="9714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568C8F-F1CB-4897-B020-779468E23E57}">
      <dsp:nvSpPr>
        <dsp:cNvPr id="0" name=""/>
        <dsp:cNvSpPr/>
      </dsp:nvSpPr>
      <dsp:spPr>
        <a:xfrm>
          <a:off x="3260823" y="2516979"/>
          <a:ext cx="557402" cy="557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C8E4D-6A8B-45DC-B626-D70C76A8CCF9}">
      <dsp:nvSpPr>
        <dsp:cNvPr id="0" name=""/>
        <dsp:cNvSpPr/>
      </dsp:nvSpPr>
      <dsp:spPr>
        <a:xfrm>
          <a:off x="2743235" y="3584007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Distribution Statistics</a:t>
          </a:r>
        </a:p>
      </dsp:txBody>
      <dsp:txXfrm>
        <a:off x="2743235" y="3584007"/>
        <a:ext cx="1592578" cy="637031"/>
      </dsp:txXfrm>
    </dsp:sp>
    <dsp:sp modelId="{F36A7984-8FFC-4396-BE52-6287244BBECF}">
      <dsp:nvSpPr>
        <dsp:cNvPr id="0" name=""/>
        <dsp:cNvSpPr/>
      </dsp:nvSpPr>
      <dsp:spPr>
        <a:xfrm>
          <a:off x="4925067" y="2309944"/>
          <a:ext cx="971472" cy="9714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EC3003-B53D-4846-BEFD-6C6E6D4ADC3B}">
      <dsp:nvSpPr>
        <dsp:cNvPr id="0" name=""/>
        <dsp:cNvSpPr/>
      </dsp:nvSpPr>
      <dsp:spPr>
        <a:xfrm>
          <a:off x="5132103" y="2516979"/>
          <a:ext cx="557402" cy="557402"/>
        </a:xfrm>
        <a:prstGeom prst="rect">
          <a:avLst/>
        </a:prstGeom>
        <a:blipFill rotWithShape="1"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87F67A-94B6-44D3-817D-21FB01C54C82}">
      <dsp:nvSpPr>
        <dsp:cNvPr id="0" name=""/>
        <dsp:cNvSpPr/>
      </dsp:nvSpPr>
      <dsp:spPr>
        <a:xfrm>
          <a:off x="4829712" y="3584007"/>
          <a:ext cx="1162183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Spectral Metrics</a:t>
          </a:r>
        </a:p>
      </dsp:txBody>
      <dsp:txXfrm>
        <a:off x="4829712" y="3584007"/>
        <a:ext cx="1162183" cy="637031"/>
      </dsp:txXfrm>
    </dsp:sp>
    <dsp:sp modelId="{1280AF9C-0156-4E49-A20B-5E9C90814004}">
      <dsp:nvSpPr>
        <dsp:cNvPr id="0" name=""/>
        <dsp:cNvSpPr/>
      </dsp:nvSpPr>
      <dsp:spPr>
        <a:xfrm>
          <a:off x="2118149" y="4619182"/>
          <a:ext cx="971472" cy="9714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5EAD46-C299-40FE-B63C-76FBC79BF9C8}">
      <dsp:nvSpPr>
        <dsp:cNvPr id="0" name=""/>
        <dsp:cNvSpPr/>
      </dsp:nvSpPr>
      <dsp:spPr>
        <a:xfrm>
          <a:off x="2325184" y="4826218"/>
          <a:ext cx="557402" cy="55740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CBC4C2-F26C-4B10-AE13-00EF62342ADE}">
      <dsp:nvSpPr>
        <dsp:cNvPr id="0" name=""/>
        <dsp:cNvSpPr/>
      </dsp:nvSpPr>
      <dsp:spPr>
        <a:xfrm>
          <a:off x="1807596" y="5893245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Triangle Metrics</a:t>
          </a:r>
        </a:p>
      </dsp:txBody>
      <dsp:txXfrm>
        <a:off x="1807596" y="5893245"/>
        <a:ext cx="1592578" cy="637031"/>
      </dsp:txXfrm>
    </dsp:sp>
    <dsp:sp modelId="{AA3B2737-4DC8-4D4F-93D5-6E646DC1E419}">
      <dsp:nvSpPr>
        <dsp:cNvPr id="0" name=""/>
        <dsp:cNvSpPr/>
      </dsp:nvSpPr>
      <dsp:spPr>
        <a:xfrm>
          <a:off x="3989428" y="4619182"/>
          <a:ext cx="971472" cy="9714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3F75F5-D5CE-446D-B7BE-1A07BB33E7D2}">
      <dsp:nvSpPr>
        <dsp:cNvPr id="0" name=""/>
        <dsp:cNvSpPr/>
      </dsp:nvSpPr>
      <dsp:spPr>
        <a:xfrm>
          <a:off x="4196463" y="4826218"/>
          <a:ext cx="557402" cy="557402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B7D82C-471D-49F2-AC41-34B1F2FE399C}">
      <dsp:nvSpPr>
        <dsp:cNvPr id="0" name=""/>
        <dsp:cNvSpPr/>
      </dsp:nvSpPr>
      <dsp:spPr>
        <a:xfrm>
          <a:off x="3900108" y="5893245"/>
          <a:ext cx="1150112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Core Metrics</a:t>
          </a:r>
        </a:p>
      </dsp:txBody>
      <dsp:txXfrm>
        <a:off x="3900108" y="5893245"/>
        <a:ext cx="1150112" cy="6370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87946E-DDBB-432E-8BCA-5217C6EE1C0B}">
      <dsp:nvSpPr>
        <dsp:cNvPr id="0" name=""/>
        <dsp:cNvSpPr/>
      </dsp:nvSpPr>
      <dsp:spPr>
        <a:xfrm>
          <a:off x="1579" y="266203"/>
          <a:ext cx="1286288" cy="43460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Connectivity Metrics</a:t>
          </a:r>
        </a:p>
      </dsp:txBody>
      <dsp:txXfrm>
        <a:off x="1579" y="266203"/>
        <a:ext cx="1286288" cy="434607"/>
      </dsp:txXfrm>
    </dsp:sp>
    <dsp:sp modelId="{944FFB25-881F-4173-94A0-BE4CBD62AA92}">
      <dsp:nvSpPr>
        <dsp:cNvPr id="0" name=""/>
        <dsp:cNvSpPr/>
      </dsp:nvSpPr>
      <dsp:spPr>
        <a:xfrm>
          <a:off x="1579" y="700810"/>
          <a:ext cx="1286288" cy="412848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Graph’s size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Number of edges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Minimum degree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Maximum degree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Average degree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Total Internal Edges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Second-order Average Degree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Degree Second Moment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Degree Variance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Degree Skewness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Edge connectivity lower bound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Vertex connectivity lower bound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Cluster volume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Cluster Cut-edges 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Effective Diameter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Average Betweenness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Max Betweenness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Bridge Count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Bridges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Viecut Mincut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In Partition Size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Out Partition Size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 dirty="0"/>
        </a:p>
      </dsp:txBody>
      <dsp:txXfrm>
        <a:off x="1579" y="700810"/>
        <a:ext cx="1286288" cy="4128480"/>
      </dsp:txXfrm>
    </dsp:sp>
    <dsp:sp modelId="{23D85C53-35A9-4E1A-87D8-F8F546DC74A5}">
      <dsp:nvSpPr>
        <dsp:cNvPr id="0" name=""/>
        <dsp:cNvSpPr/>
      </dsp:nvSpPr>
      <dsp:spPr>
        <a:xfrm>
          <a:off x="1467948" y="266203"/>
          <a:ext cx="1286288" cy="43460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Density  Metrics</a:t>
          </a:r>
        </a:p>
      </dsp:txBody>
      <dsp:txXfrm>
        <a:off x="1467948" y="266203"/>
        <a:ext cx="1286288" cy="434607"/>
      </dsp:txXfrm>
    </dsp:sp>
    <dsp:sp modelId="{45600A54-5437-4449-9839-FDF1CCABA5BC}">
      <dsp:nvSpPr>
        <dsp:cNvPr id="0" name=""/>
        <dsp:cNvSpPr/>
      </dsp:nvSpPr>
      <dsp:spPr>
        <a:xfrm>
          <a:off x="1467948" y="700810"/>
          <a:ext cx="1286288" cy="412848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Density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Sparsity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Maximum Possible Edges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Core Density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Average Shell Density</a:t>
          </a:r>
        </a:p>
      </dsp:txBody>
      <dsp:txXfrm>
        <a:off x="1467948" y="700810"/>
        <a:ext cx="1286288" cy="4128480"/>
      </dsp:txXfrm>
    </dsp:sp>
    <dsp:sp modelId="{D9A88F8F-B7F4-4681-8983-BF321B436850}">
      <dsp:nvSpPr>
        <dsp:cNvPr id="0" name=""/>
        <dsp:cNvSpPr/>
      </dsp:nvSpPr>
      <dsp:spPr>
        <a:xfrm>
          <a:off x="2934316" y="266203"/>
          <a:ext cx="1286288" cy="43460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Transitivity Metrics</a:t>
          </a:r>
        </a:p>
      </dsp:txBody>
      <dsp:txXfrm>
        <a:off x="2934316" y="266203"/>
        <a:ext cx="1286288" cy="434607"/>
      </dsp:txXfrm>
    </dsp:sp>
    <dsp:sp modelId="{C71D0156-D98A-4B16-BC11-C9D0607E3BE2}">
      <dsp:nvSpPr>
        <dsp:cNvPr id="0" name=""/>
        <dsp:cNvSpPr/>
      </dsp:nvSpPr>
      <dsp:spPr>
        <a:xfrm>
          <a:off x="2934316" y="700810"/>
          <a:ext cx="1286288" cy="412848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Clustering Coefficient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Average Local Clustering Coefficient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Wedge Count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Triangle-to-Wedge Ratio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Global Transitivity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Cohesion Score</a:t>
          </a:r>
        </a:p>
      </dsp:txBody>
      <dsp:txXfrm>
        <a:off x="2934316" y="700810"/>
        <a:ext cx="1286288" cy="4128480"/>
      </dsp:txXfrm>
    </dsp:sp>
    <dsp:sp modelId="{7B5861E5-39A6-44BE-8ABE-54B97DAA6792}">
      <dsp:nvSpPr>
        <dsp:cNvPr id="0" name=""/>
        <dsp:cNvSpPr/>
      </dsp:nvSpPr>
      <dsp:spPr>
        <a:xfrm>
          <a:off x="4400685" y="266203"/>
          <a:ext cx="1286288" cy="43460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Eccentricity Metrics</a:t>
          </a:r>
        </a:p>
      </dsp:txBody>
      <dsp:txXfrm>
        <a:off x="4400685" y="266203"/>
        <a:ext cx="1286288" cy="434607"/>
      </dsp:txXfrm>
    </dsp:sp>
    <dsp:sp modelId="{26FB49CD-6789-4936-B0AA-8264E7732ECC}">
      <dsp:nvSpPr>
        <dsp:cNvPr id="0" name=""/>
        <dsp:cNvSpPr/>
      </dsp:nvSpPr>
      <dsp:spPr>
        <a:xfrm>
          <a:off x="4400685" y="700810"/>
          <a:ext cx="1286288" cy="412848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Diameter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Radius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Number of Center Vertices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Center Vertices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Number of Peripheral Vertices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Peripheral Vertices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Average Eccentricity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Eccentricity</a:t>
          </a:r>
        </a:p>
      </dsp:txBody>
      <dsp:txXfrm>
        <a:off x="4400685" y="700810"/>
        <a:ext cx="1286288" cy="4128480"/>
      </dsp:txXfrm>
    </dsp:sp>
    <dsp:sp modelId="{FA5C98E6-DCFF-4984-8F07-EE075C41A1A8}">
      <dsp:nvSpPr>
        <dsp:cNvPr id="0" name=""/>
        <dsp:cNvSpPr/>
      </dsp:nvSpPr>
      <dsp:spPr>
        <a:xfrm>
          <a:off x="5867054" y="266203"/>
          <a:ext cx="1286288" cy="43460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Distribution Statistics</a:t>
          </a:r>
        </a:p>
      </dsp:txBody>
      <dsp:txXfrm>
        <a:off x="5867054" y="266203"/>
        <a:ext cx="1286288" cy="434607"/>
      </dsp:txXfrm>
    </dsp:sp>
    <dsp:sp modelId="{85989FA1-F310-476C-A477-22AD0B20486B}">
      <dsp:nvSpPr>
        <dsp:cNvPr id="0" name=""/>
        <dsp:cNvSpPr/>
      </dsp:nvSpPr>
      <dsp:spPr>
        <a:xfrm>
          <a:off x="5867054" y="700810"/>
          <a:ext cx="1286288" cy="412848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Degree Distribution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Mean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Median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Standard Deviation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Skewness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Kurtosis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Key Percentiles (25</a:t>
          </a:r>
          <a:r>
            <a:rPr lang="en-US" sz="800" kern="1200" baseline="30000"/>
            <a:t>th</a:t>
          </a:r>
          <a:r>
            <a:rPr lang="en-US" sz="800" kern="1200"/>
            <a:t> , 50</a:t>
          </a:r>
          <a:r>
            <a:rPr lang="en-US" sz="800" kern="1200" baseline="30000"/>
            <a:t>th</a:t>
          </a:r>
          <a:r>
            <a:rPr lang="en-US" sz="800" kern="1200"/>
            <a:t> , 75</a:t>
          </a:r>
          <a:r>
            <a:rPr lang="en-US" sz="800" kern="1200" baseline="30000"/>
            <a:t>th</a:t>
          </a:r>
          <a:r>
            <a:rPr lang="en-US" sz="800" kern="1200"/>
            <a:t> , 90</a:t>
          </a:r>
          <a:r>
            <a:rPr lang="en-US" sz="800" kern="1200" baseline="30000"/>
            <a:t>th</a:t>
          </a:r>
          <a:r>
            <a:rPr lang="en-US" sz="800" kern="1200"/>
            <a:t>)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Triangle Distribution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Mean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Median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Standard Deviation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Skewness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Kurtosis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Key Percentiles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Degree Variance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Degree Skewness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Degree Second Moment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Assortativity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Path Distribution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Average Path Length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Effective Diameter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Reachability Ratio</a:t>
          </a:r>
        </a:p>
      </dsp:txBody>
      <dsp:txXfrm>
        <a:off x="5867054" y="700810"/>
        <a:ext cx="1286288" cy="4128480"/>
      </dsp:txXfrm>
    </dsp:sp>
    <dsp:sp modelId="{A17BDC2F-68D5-4346-B27C-DFBCA0E7F97D}">
      <dsp:nvSpPr>
        <dsp:cNvPr id="0" name=""/>
        <dsp:cNvSpPr/>
      </dsp:nvSpPr>
      <dsp:spPr>
        <a:xfrm>
          <a:off x="7333422" y="266203"/>
          <a:ext cx="1286288" cy="43460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Spectral Metrics</a:t>
          </a:r>
        </a:p>
      </dsp:txBody>
      <dsp:txXfrm>
        <a:off x="7333422" y="266203"/>
        <a:ext cx="1286288" cy="434607"/>
      </dsp:txXfrm>
    </dsp:sp>
    <dsp:sp modelId="{E63122BF-D8A4-4E65-B97A-B994EE4FBAD4}">
      <dsp:nvSpPr>
        <dsp:cNvPr id="0" name=""/>
        <dsp:cNvSpPr/>
      </dsp:nvSpPr>
      <dsp:spPr>
        <a:xfrm>
          <a:off x="7333422" y="700810"/>
          <a:ext cx="1286288" cy="412848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Conductance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Lambda lower bound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Lambda Upper Bound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Lambda Estimate</a:t>
          </a:r>
        </a:p>
      </dsp:txBody>
      <dsp:txXfrm>
        <a:off x="7333422" y="700810"/>
        <a:ext cx="1286288" cy="4128480"/>
      </dsp:txXfrm>
    </dsp:sp>
    <dsp:sp modelId="{79B4F4D1-774D-468E-965E-D8A1341A54EF}">
      <dsp:nvSpPr>
        <dsp:cNvPr id="0" name=""/>
        <dsp:cNvSpPr/>
      </dsp:nvSpPr>
      <dsp:spPr>
        <a:xfrm>
          <a:off x="8799791" y="266203"/>
          <a:ext cx="1286288" cy="43460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Triangle Metrics</a:t>
          </a:r>
        </a:p>
      </dsp:txBody>
      <dsp:txXfrm>
        <a:off x="8799791" y="266203"/>
        <a:ext cx="1286288" cy="434607"/>
      </dsp:txXfrm>
    </dsp:sp>
    <dsp:sp modelId="{E11A236A-C8EF-4DD9-A5FF-87B3E2BE8C64}">
      <dsp:nvSpPr>
        <dsp:cNvPr id="0" name=""/>
        <dsp:cNvSpPr/>
      </dsp:nvSpPr>
      <dsp:spPr>
        <a:xfrm>
          <a:off x="8799791" y="700810"/>
          <a:ext cx="1286288" cy="412848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Triangle Count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Triangle Density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Participation Rate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Max Local Triangles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Average Triangles Per Vertex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Triangle Centralities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Triangle Hitting Number</a:t>
          </a:r>
        </a:p>
      </dsp:txBody>
      <dsp:txXfrm>
        <a:off x="8799791" y="700810"/>
        <a:ext cx="1286288" cy="4128480"/>
      </dsp:txXfrm>
    </dsp:sp>
    <dsp:sp modelId="{95C26BBE-D8A1-4242-BBB7-240603A83E1B}">
      <dsp:nvSpPr>
        <dsp:cNvPr id="0" name=""/>
        <dsp:cNvSpPr/>
      </dsp:nvSpPr>
      <dsp:spPr>
        <a:xfrm>
          <a:off x="10266160" y="266203"/>
          <a:ext cx="1286288" cy="43460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Core Metrics</a:t>
          </a:r>
        </a:p>
      </dsp:txBody>
      <dsp:txXfrm>
        <a:off x="10266160" y="266203"/>
        <a:ext cx="1286288" cy="434607"/>
      </dsp:txXfrm>
    </dsp:sp>
    <dsp:sp modelId="{5F5B5C63-7633-47B3-A396-78BE2F426CB7}">
      <dsp:nvSpPr>
        <dsp:cNvPr id="0" name=""/>
        <dsp:cNvSpPr/>
      </dsp:nvSpPr>
      <dsp:spPr>
        <a:xfrm>
          <a:off x="10266160" y="700810"/>
          <a:ext cx="1286288" cy="412848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structure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Number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Density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Max Core Size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Core-Periphery Structure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Periphery Score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Embeddedness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Strength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Periphery Size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Shell Decomposition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Shell Decomposition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Shell Densities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Shell Connectivity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Hierarchical Structure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Hierarchy Depth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Degree Correlation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Variance Hierarchy Balance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Stability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Stability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Persistence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Overlap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Quality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Modularity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Cohesion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Separation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Compactness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Connectivity Share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Interior Ratio</a:t>
          </a:r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Core Expansion</a:t>
          </a:r>
        </a:p>
      </dsp:txBody>
      <dsp:txXfrm>
        <a:off x="10266160" y="700810"/>
        <a:ext cx="1286288" cy="41284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16676A-C5C8-4DCF-88DC-E9D448230D2C}">
      <dsp:nvSpPr>
        <dsp:cNvPr id="0" name=""/>
        <dsp:cNvSpPr/>
      </dsp:nvSpPr>
      <dsp:spPr>
        <a:xfrm>
          <a:off x="1592967" y="58049"/>
          <a:ext cx="970357" cy="97035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B5C0B3-2E13-4933-B0F4-8EF153E244A8}">
      <dsp:nvSpPr>
        <dsp:cNvPr id="0" name=""/>
        <dsp:cNvSpPr/>
      </dsp:nvSpPr>
      <dsp:spPr>
        <a:xfrm>
          <a:off x="1796742" y="261824"/>
          <a:ext cx="562807" cy="5628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9046C9-DA3F-4C09-ABA4-6D3F66F11757}">
      <dsp:nvSpPr>
        <dsp:cNvPr id="0" name=""/>
        <dsp:cNvSpPr/>
      </dsp:nvSpPr>
      <dsp:spPr>
        <a:xfrm>
          <a:off x="2771258" y="58049"/>
          <a:ext cx="2287271" cy="970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Measure how well the vertices are connected in a network</a:t>
          </a:r>
        </a:p>
      </dsp:txBody>
      <dsp:txXfrm>
        <a:off x="2771258" y="58049"/>
        <a:ext cx="2287271" cy="970357"/>
      </dsp:txXfrm>
    </dsp:sp>
    <dsp:sp modelId="{4ED60475-6E52-4460-80F9-8C1891D842E1}">
      <dsp:nvSpPr>
        <dsp:cNvPr id="0" name=""/>
        <dsp:cNvSpPr/>
      </dsp:nvSpPr>
      <dsp:spPr>
        <a:xfrm>
          <a:off x="5457069" y="58049"/>
          <a:ext cx="970357" cy="97035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450DD5-C632-4745-AF87-5A8C3AF3B3E8}">
      <dsp:nvSpPr>
        <dsp:cNvPr id="0" name=""/>
        <dsp:cNvSpPr/>
      </dsp:nvSpPr>
      <dsp:spPr>
        <a:xfrm>
          <a:off x="5660844" y="261824"/>
          <a:ext cx="562807" cy="5628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2BA9A2-9CB2-4537-8799-DBEDF7A3DAF0}">
      <dsp:nvSpPr>
        <dsp:cNvPr id="0" name=""/>
        <dsp:cNvSpPr/>
      </dsp:nvSpPr>
      <dsp:spPr>
        <a:xfrm>
          <a:off x="6635361" y="58049"/>
          <a:ext cx="2287271" cy="970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Identify isolated nodes or disconnected components</a:t>
          </a:r>
        </a:p>
      </dsp:txBody>
      <dsp:txXfrm>
        <a:off x="6635361" y="58049"/>
        <a:ext cx="2287271" cy="970357"/>
      </dsp:txXfrm>
    </dsp:sp>
    <dsp:sp modelId="{4AA12F19-2E52-4967-AD8E-5956F90BE294}">
      <dsp:nvSpPr>
        <dsp:cNvPr id="0" name=""/>
        <dsp:cNvSpPr/>
      </dsp:nvSpPr>
      <dsp:spPr>
        <a:xfrm>
          <a:off x="1592967" y="1449681"/>
          <a:ext cx="970357" cy="97035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BC61D8-5D4F-49E6-A7D3-CD63EF0AB52C}">
      <dsp:nvSpPr>
        <dsp:cNvPr id="0" name=""/>
        <dsp:cNvSpPr/>
      </dsp:nvSpPr>
      <dsp:spPr>
        <a:xfrm>
          <a:off x="1796742" y="1653456"/>
          <a:ext cx="562807" cy="5628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B5BAED-B5E7-4C88-B337-F10BE83D34BB}">
      <dsp:nvSpPr>
        <dsp:cNvPr id="0" name=""/>
        <dsp:cNvSpPr/>
      </dsp:nvSpPr>
      <dsp:spPr>
        <a:xfrm>
          <a:off x="2771258" y="1449681"/>
          <a:ext cx="2287271" cy="970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Detect susceptibility for edges/vertices failure (disconnection)</a:t>
          </a:r>
        </a:p>
      </dsp:txBody>
      <dsp:txXfrm>
        <a:off x="2771258" y="1449681"/>
        <a:ext cx="2287271" cy="970357"/>
      </dsp:txXfrm>
    </dsp:sp>
    <dsp:sp modelId="{66BA2C31-01A4-414D-A337-1C1E89DE7C0E}">
      <dsp:nvSpPr>
        <dsp:cNvPr id="0" name=""/>
        <dsp:cNvSpPr/>
      </dsp:nvSpPr>
      <dsp:spPr>
        <a:xfrm>
          <a:off x="5457069" y="1449681"/>
          <a:ext cx="970357" cy="97035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9CFEBB-F071-4991-AC56-4C14B25979A8}">
      <dsp:nvSpPr>
        <dsp:cNvPr id="0" name=""/>
        <dsp:cNvSpPr/>
      </dsp:nvSpPr>
      <dsp:spPr>
        <a:xfrm>
          <a:off x="5660844" y="1653456"/>
          <a:ext cx="562807" cy="56280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A917E-0C05-4147-91DE-53F6D3965F60}">
      <dsp:nvSpPr>
        <dsp:cNvPr id="0" name=""/>
        <dsp:cNvSpPr/>
      </dsp:nvSpPr>
      <dsp:spPr>
        <a:xfrm>
          <a:off x="6635361" y="1449681"/>
          <a:ext cx="2287271" cy="970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Present the general design and analysis of the graph</a:t>
          </a:r>
        </a:p>
      </dsp:txBody>
      <dsp:txXfrm>
        <a:off x="6635361" y="1449681"/>
        <a:ext cx="2287271" cy="9703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3:33.43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555 278 24563,'0'10'0,"-1"1"0,0 0 0,0 0 0,-1 0 0,-1-1 0,1 1 0,-2-1 0,1 1 0,-1-1 0,0 0 0,-1-1 0,0 1 0,-1-1 0,0 1 0,0-1 0,-1-1 0,1 1 0,-2-1 0,1 0 0,-1-1 0,0 1 0,-1-2 0,1 1 0,-1-1 0,-1 0 0,1 0 0,-1-1 0,1 0 0,-1-1 0,0 0 0,-1-1 0,1 1 0,-1-2 0,1 1 0,-1-1 0,0-1 0,0 0 0,0 0 0,1-1 0,-1 0 0,0-1 0,0 0 0,0 0 0,0-1 0,1-1 0,-1 1 0,1-2 0,-1 1 0,1-1 0,0 0 0,1-1 0,-1 0 0,1-1 0,-1 0 0,1 0 0,1-1 0,-1 1 0,1-2 0,0 1 0,1-1 0,-1 0 0,2-1 0,-1 1 0,1-1 0,0-1 0,0 1 0,1-1 0,0 1 0,1-1 0,0 0 0,1-1 0,-1 1 0,2-1 0,-1 1 0,1-1 0,1 0 0,0 0 0,0 0 0,1 1 0,0-1 0,1 0 0,0 0 0,0 0 0,1 0 0,1 1 0,-1-1 0,2 1 0,-1-1 0,1 1 0,0 0 0,1 1 0,0-1 0,1 1 0,0-1 0,0 1 0,1 1 0,-1-1 0,2 1 0,-1 0 0,1 1 0,0-1 0,1 2 0,-1-1 0,1 1 0,1 0 0,-1 0 0,1 1 0,-1 0 0,1 1 0,0 0 0,1 1 0,-1-1 0,1 2 0,-1-1 0,1 1 0,0 1 0,0 0 0,0 0 0,0 1 0,-1 0 0,1 1 0,0 0 0,0 0 0,0 1 0,-1 1 0,1-1 0,-1 2 0,1-1 0,-1 1 0,0 0 0,-1 1 0,1 0 0,-1 1 0,1 0 0,-1 0 0,-1 1 0,1-1 0,-1 2 0,0-1 0,-1 1 0,1 0 0,-2 1 0,1-1 0,-1 1 0,0 1 0,0-1 0,-1 1 0,0-1 0,-1 1 0,0 0 0,-1 1 0,1-1 0,-2 1 0,1-1 0,-1 1 0,-1 0 0,0 0 0,0 0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3:37.04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104 171 24575,'-3'-4'0,"1"1"0,0-1 0,0 1 0,1-1 0,-1 0 0,1 0 0,0 0 0,0 1 0,0-1 0,0 0 0,1 0 0,-1-5 0,1 4 0,-1 0 0,1 0 0,-1 0 0,-1 0 0,1 0 0,-1 0 0,0 0 0,-3-5 0,2 6 0,0 1 0,-1 0 0,0-1 0,0 1 0,0 1 0,-7-5 0,9 6 0,-1 0 0,1 0 0,0 0 0,-1 0 0,1 0 0,0-1 0,0 0 0,0 1 0,0-1 0,0 0 0,0 0 0,1 0 0,-1 0 0,1 0 0,-1 0 0,1 0 0,0 0 0,-1-1 0,1 1 0,-1-4 0,13 54 0,-11-29 0,2-6 0,10-21 0,-3 0 0,-4 4-170,1 1-1,-1 0 0,1 1 1,-1-1-1,1 1 0,0 0 1,11-2-1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5:00.70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555 278 24563,'0'10'0,"-1"1"0,0 0 0,0 0 0,-1 0 0,-1-1 0,1 1 0,-2-1 0,1 1 0,-1-1 0,0 0 0,-1-1 0,0 1 0,-1-1 0,0 1 0,0-1 0,-1-1 0,1 1 0,-2-1 0,1 0 0,-1-1 0,0 1 0,-1-2 0,1 1 0,-1-1 0,-1 0 0,1 0 0,-1-1 0,1 0 0,-1-1 0,0 0 0,-1-1 0,1 1 0,-1-2 0,1 1 0,-1-1 0,0-1 0,0 0 0,0 0 0,1-1 0,-1 0 0,0-1 0,0 0 0,0 0 0,0-1 0,1-1 0,-1 1 0,1-2 0,-1 1 0,1-1 0,0 0 0,1-1 0,-1 0 0,1-1 0,-1 0 0,1 0 0,1-1 0,-1 1 0,1-2 0,0 1 0,1-1 0,-1 0 0,2-1 0,-1 1 0,1-1 0,0-1 0,0 1 0,1-1 0,0 1 0,1-1 0,0 0 0,1-1 0,-1 1 0,2-1 0,-1 1 0,1-1 0,1 0 0,0 0 0,0 0 0,1 1 0,0-1 0,1 0 0,0 0 0,0 0 0,1 0 0,1 1 0,-1-1 0,2 1 0,-1-1 0,1 1 0,0 0 0,1 1 0,0-1 0,1 1 0,0-1 0,0 1 0,1 1 0,-1-1 0,2 1 0,-1 0 0,1 1 0,0-1 0,1 2 0,-1-1 0,1 1 0,1 0 0,-1 0 0,1 1 0,-1 0 0,1 1 0,0 0 0,1 1 0,-1-1 0,1 2 0,-1-1 0,1 1 0,0 1 0,0 0 0,0 0 0,0 1 0,-1 0 0,1 1 0,0 0 0,0 0 0,0 1 0,-1 1 0,1-1 0,-1 2 0,1-1 0,-1 1 0,0 0 0,-1 1 0,1 0 0,-1 1 0,1 0 0,-1 0 0,-1 1 0,1-1 0,-1 2 0,0-1 0,-1 1 0,1 0 0,-2 1 0,1-1 0,-1 1 0,0 1 0,0-1 0,-1 1 0,0-1 0,-1 1 0,0 0 0,-1 1 0,1-1 0,-2 1 0,1-1 0,-1 1 0,-1 0 0,0 0 0,0 0 0,-1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5:00.7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104 171 24575,'-3'-4'0,"1"1"0,0-1 0,0 1 0,1-1 0,-1 0 0,1 0 0,0 0 0,0 1 0,0-1 0,0 0 0,1 0 0,-1-5 0,1 4 0,-1 0 0,1 0 0,-1 0 0,-1 0 0,1 0 0,-1 0 0,0 0 0,-3-5 0,2 6 0,0 1 0,-1 0 0,0-1 0,0 1 0,0 1 0,-7-5 0,9 6 0,-1 0 0,1 0 0,0 0 0,-1 0 0,1 0 0,0-1 0,0 0 0,0 1 0,0-1 0,0 0 0,0 0 0,1 0 0,-1 0 0,1 0 0,-1 0 0,1 0 0,0 0 0,-1-1 0,1 1 0,-1-4 0,13 54 0,-11-29 0,2-6 0,10-21 0,-3 0 0,-4 4-170,1 1-1,-1 0 0,1 1 1,-1-1-1,1 1 0,0 0 1,11-2-1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5:28.11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555 278 24563,'0'10'0,"-1"1"0,0 0 0,0 0 0,-1 0 0,-1-1 0,1 1 0,-2-1 0,1 1 0,-1-1 0,0 0 0,-1-1 0,0 1 0,-1-1 0,0 1 0,0-1 0,-1-1 0,1 1 0,-2-1 0,1 0 0,-1-1 0,0 1 0,-1-2 0,1 1 0,-1-1 0,-1 0 0,1 0 0,-1-1 0,1 0 0,-1-1 0,0 0 0,-1-1 0,1 1 0,-1-2 0,1 1 0,-1-1 0,0-1 0,0 0 0,0 0 0,1-1 0,-1 0 0,0-1 0,0 0 0,0 0 0,0-1 0,1-1 0,-1 1 0,1-2 0,-1 1 0,1-1 0,0 0 0,1-1 0,-1 0 0,1-1 0,-1 0 0,1 0 0,1-1 0,-1 1 0,1-2 0,0 1 0,1-1 0,-1 0 0,2-1 0,-1 1 0,1-1 0,0-1 0,0 1 0,1-1 0,0 1 0,1-1 0,0 0 0,1-1 0,-1 1 0,2-1 0,-1 1 0,1-1 0,1 0 0,0 0 0,0 0 0,1 1 0,0-1 0,1 0 0,0 0 0,0 0 0,1 0 0,1 1 0,-1-1 0,2 1 0,-1-1 0,1 1 0,0 0 0,1 1 0,0-1 0,1 1 0,0-1 0,0 1 0,1 1 0,-1-1 0,2 1 0,-1 0 0,1 1 0,0-1 0,1 2 0,-1-1 0,1 1 0,1 0 0,-1 0 0,1 1 0,-1 0 0,1 1 0,0 0 0,1 1 0,-1-1 0,1 2 0,-1-1 0,1 1 0,0 1 0,0 0 0,0 0 0,0 1 0,-1 0 0,1 1 0,0 0 0,0 0 0,0 1 0,-1 1 0,1-1 0,-1 2 0,1-1 0,-1 1 0,0 0 0,-1 1 0,1 0 0,-1 1 0,1 0 0,-1 0 0,-1 1 0,1-1 0,-1 2 0,0-1 0,-1 1 0,1 0 0,-2 1 0,1-1 0,-1 1 0,0 1 0,0-1 0,-1 1 0,0-1 0,-1 1 0,0 0 0,-1 1 0,1-1 0,-2 1 0,1-1 0,-1 1 0,-1 0 0,0 0 0,0 0 0,-1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5:28.11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104 171 24575,'-3'-4'0,"1"1"0,0-1 0,0 1 0,1-1 0,-1 0 0,1 0 0,0 0 0,0 1 0,0-1 0,0 0 0,1 0 0,-1-5 0,1 4 0,-1 0 0,1 0 0,-1 0 0,-1 0 0,1 0 0,-1 0 0,0 0 0,-3-5 0,2 6 0,0 1 0,-1 0 0,0-1 0,0 1 0,0 1 0,-7-5 0,9 6 0,-1 0 0,1 0 0,0 0 0,-1 0 0,1 0 0,0-1 0,0 0 0,0 1 0,0-1 0,0 0 0,0 0 0,1 0 0,-1 0 0,1 0 0,-1 0 0,1 0 0,0 0 0,-1-1 0,1 1 0,-1-4 0,13 54 0,-11-29 0,2-6 0,10-21 0,-3 0 0,-4 4-170,1 1-1,-1 0 0,1 1 1,-1-1-1,1 1 0,0 0 1,11-2-1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5:40.19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555 278 24563,'0'10'0,"-1"1"0,0 0 0,0 0 0,-1 0 0,-1-1 0,1 1 0,-2-1 0,1 1 0,-1-1 0,0 0 0,-1-1 0,0 1 0,-1-1 0,0 1 0,0-1 0,-1-1 0,1 1 0,-2-1 0,1 0 0,-1-1 0,0 1 0,-1-2 0,1 1 0,-1-1 0,-1 0 0,1 0 0,-1-1 0,1 0 0,-1-1 0,0 0 0,-1-1 0,1 1 0,-1-2 0,1 1 0,-1-1 0,0-1 0,0 0 0,0 0 0,1-1 0,-1 0 0,0-1 0,0 0 0,0 0 0,0-1 0,1-1 0,-1 1 0,1-2 0,-1 1 0,1-1 0,0 0 0,1-1 0,-1 0 0,1-1 0,-1 0 0,1 0 0,1-1 0,-1 1 0,1-2 0,0 1 0,1-1 0,-1 0 0,2-1 0,-1 1 0,1-1 0,0-1 0,0 1 0,1-1 0,0 1 0,1-1 0,0 0 0,1-1 0,-1 1 0,2-1 0,-1 1 0,1-1 0,1 0 0,0 0 0,0 0 0,1 1 0,0-1 0,1 0 0,0 0 0,0 0 0,1 0 0,1 1 0,-1-1 0,2 1 0,-1-1 0,1 1 0,0 0 0,1 1 0,0-1 0,1 1 0,0-1 0,0 1 0,1 1 0,-1-1 0,2 1 0,-1 0 0,1 1 0,0-1 0,1 2 0,-1-1 0,1 1 0,1 0 0,-1 0 0,1 1 0,-1 0 0,1 1 0,0 0 0,1 1 0,-1-1 0,1 2 0,-1-1 0,1 1 0,0 1 0,0 0 0,0 0 0,0 1 0,-1 0 0,1 1 0,0 0 0,0 0 0,0 1 0,-1 1 0,1-1 0,-1 2 0,1-1 0,-1 1 0,0 0 0,-1 1 0,1 0 0,-1 1 0,1 0 0,-1 0 0,-1 1 0,1-1 0,-1 2 0,0-1 0,-1 1 0,1 0 0,-2 1 0,1-1 0,-1 1 0,0 1 0,0-1 0,-1 1 0,0-1 0,-1 1 0,0 0 0,-1 1 0,1-1 0,-2 1 0,1-1 0,-1 1 0,-1 0 0,0 0 0,0 0 0,-1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5:40.1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104 171 24575,'-3'-4'0,"1"1"0,0-1 0,0 1 0,1-1 0,-1 0 0,1 0 0,0 0 0,0 1 0,0-1 0,0 0 0,1 0 0,-1-5 0,1 4 0,-1 0 0,1 0 0,-1 0 0,-1 0 0,1 0 0,-1 0 0,0 0 0,-3-5 0,2 6 0,0 1 0,-1 0 0,0-1 0,0 1 0,0 1 0,-7-5 0,9 6 0,-1 0 0,1 0 0,0 0 0,-1 0 0,1 0 0,0-1 0,0 0 0,0 1 0,0-1 0,0 0 0,0 0 0,1 0 0,-1 0 0,1 0 0,-1 0 0,1 0 0,0 0 0,-1-1 0,1 1 0,-1-4 0,13 54 0,-11-29 0,2-6 0,10-21 0,-3 0 0,-4 4-170,1 1-1,-1 0 0,1 1 1,-1-1-1,1 1 0,0 0 1,11-2-1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5:47.86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555 278 24563,'0'10'0,"-1"1"0,0 0 0,0 0 0,-1 0 0,-1-1 0,1 1 0,-2-1 0,1 1 0,-1-1 0,0 0 0,-1-1 0,0 1 0,-1-1 0,0 1 0,0-1 0,-1-1 0,1 1 0,-2-1 0,1 0 0,-1-1 0,0 1 0,-1-2 0,1 1 0,-1-1 0,-1 0 0,1 0 0,-1-1 0,1 0 0,-1-1 0,0 0 0,-1-1 0,1 1 0,-1-2 0,1 1 0,-1-1 0,0-1 0,0 0 0,0 0 0,1-1 0,-1 0 0,0-1 0,0 0 0,0 0 0,0-1 0,1-1 0,-1 1 0,1-2 0,-1 1 0,1-1 0,0 0 0,1-1 0,-1 0 0,1-1 0,-1 0 0,1 0 0,1-1 0,-1 1 0,1-2 0,0 1 0,1-1 0,-1 0 0,2-1 0,-1 1 0,1-1 0,0-1 0,0 1 0,1-1 0,0 1 0,1-1 0,0 0 0,1-1 0,-1 1 0,2-1 0,-1 1 0,1-1 0,1 0 0,0 0 0,0 0 0,1 1 0,0-1 0,1 0 0,0 0 0,0 0 0,1 0 0,1 1 0,-1-1 0,2 1 0,-1-1 0,1 1 0,0 0 0,1 1 0,0-1 0,1 1 0,0-1 0,0 1 0,1 1 0,-1-1 0,2 1 0,-1 0 0,1 1 0,0-1 0,1 2 0,-1-1 0,1 1 0,1 0 0,-1 0 0,1 1 0,-1 0 0,1 1 0,0 0 0,1 1 0,-1-1 0,1 2 0,-1-1 0,1 1 0,0 1 0,0 0 0,0 0 0,0 1 0,-1 0 0,1 1 0,0 0 0,0 0 0,0 1 0,-1 1 0,1-1 0,-1 2 0,1-1 0,-1 1 0,0 0 0,-1 1 0,1 0 0,-1 1 0,1 0 0,-1 0 0,-1 1 0,1-1 0,-1 2 0,0-1 0,-1 1 0,1 0 0,-2 1 0,1-1 0,-1 1 0,0 1 0,0-1 0,-1 1 0,0-1 0,-1 1 0,0 0 0,-1 1 0,1-1 0,-2 1 0,1-1 0,-1 1 0,-1 0 0,0 0 0,0 0 0,-1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5:47.8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104 171 24575,'-3'-4'0,"1"1"0,0-1 0,0 1 0,1-1 0,-1 0 0,1 0 0,0 0 0,0 1 0,0-1 0,0 0 0,1 0 0,-1-5 0,1 4 0,-1 0 0,1 0 0,-1 0 0,-1 0 0,1 0 0,-1 0 0,0 0 0,-3-5 0,2 6 0,0 1 0,-1 0 0,0-1 0,0 1 0,0 1 0,-7-5 0,9 6 0,-1 0 0,1 0 0,0 0 0,-1 0 0,1 0 0,0-1 0,0 0 0,0 1 0,0-1 0,0 0 0,0 0 0,1 0 0,-1 0 0,1 0 0,-1 0 0,1 0 0,0 0 0,-1-1 0,1 1 0,-1-4 0,13 54 0,-11-29 0,2-6 0,10-21 0,-3 0 0,-4 4-170,1 1-1,-1 0 0,1 1 1,-1-1-1,1 1 0,0 0 1,11-2-1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6:00.13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555 278 24563,'0'10'0,"-1"1"0,0 0 0,0 0 0,-1 0 0,-1-1 0,1 1 0,-2-1 0,1 1 0,-1-1 0,0 0 0,-1-1 0,0 1 0,-1-1 0,0 1 0,0-1 0,-1-1 0,1 1 0,-2-1 0,1 0 0,-1-1 0,0 1 0,-1-2 0,1 1 0,-1-1 0,-1 0 0,1 0 0,-1-1 0,1 0 0,-1-1 0,0 0 0,-1-1 0,1 1 0,-1-2 0,1 1 0,-1-1 0,0-1 0,0 0 0,0 0 0,1-1 0,-1 0 0,0-1 0,0 0 0,0 0 0,0-1 0,1-1 0,-1 1 0,1-2 0,-1 1 0,1-1 0,0 0 0,1-1 0,-1 0 0,1-1 0,-1 0 0,1 0 0,1-1 0,-1 1 0,1-2 0,0 1 0,1-1 0,-1 0 0,2-1 0,-1 1 0,1-1 0,0-1 0,0 1 0,1-1 0,0 1 0,1-1 0,0 0 0,1-1 0,-1 1 0,2-1 0,-1 1 0,1-1 0,1 0 0,0 0 0,0 0 0,1 1 0,0-1 0,1 0 0,0 0 0,0 0 0,1 0 0,1 1 0,-1-1 0,2 1 0,-1-1 0,1 1 0,0 0 0,1 1 0,0-1 0,1 1 0,0-1 0,0 1 0,1 1 0,-1-1 0,2 1 0,-1 0 0,1 1 0,0-1 0,1 2 0,-1-1 0,1 1 0,1 0 0,-1 0 0,1 1 0,-1 0 0,1 1 0,0 0 0,1 1 0,-1-1 0,1 2 0,-1-1 0,1 1 0,0 1 0,0 0 0,0 0 0,0 1 0,-1 0 0,1 1 0,0 0 0,0 0 0,0 1 0,-1 1 0,1-1 0,-1 2 0,1-1 0,-1 1 0,0 0 0,-1 1 0,1 0 0,-1 1 0,1 0 0,-1 0 0,-1 1 0,1-1 0,-1 2 0,0-1 0,-1 1 0,1 0 0,-2 1 0,1-1 0,-1 1 0,0 1 0,0-1 0,-1 1 0,0-1 0,-1 1 0,0 0 0,-1 1 0,1-1 0,-2 1 0,1-1 0,-1 1 0,-1 0 0,0 0 0,0 0 0,-1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6:00.13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104 171 24575,'-3'-4'0,"1"1"0,0-1 0,0 1 0,1-1 0,-1 0 0,1 0 0,0 0 0,0 1 0,0-1 0,0 0 0,1 0 0,-1-5 0,1 4 0,-1 0 0,1 0 0,-1 0 0,-1 0 0,1 0 0,-1 0 0,0 0 0,-3-5 0,2 6 0,0 1 0,-1 0 0,0-1 0,0 1 0,0 1 0,-7-5 0,9 6 0,-1 0 0,1 0 0,0 0 0,-1 0 0,1 0 0,0-1 0,0 0 0,0 1 0,0-1 0,0 0 0,0 0 0,1 0 0,-1 0 0,1 0 0,-1 0 0,1 0 0,0 0 0,-1-1 0,1 1 0,-1-4 0,13 54 0,-11-29 0,2-6 0,10-21 0,-3 0 0,-4 4-170,1 1-1,-1 0 0,1 1 1,-1-1-1,1 1 0,0 0 1,11-2-1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6:08.20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555 278 24563,'0'10'0,"-1"1"0,0 0 0,0 0 0,-1 0 0,-1-1 0,1 1 0,-2-1 0,1 1 0,-1-1 0,0 0 0,-1-1 0,0 1 0,-1-1 0,0 1 0,0-1 0,-1-1 0,1 1 0,-2-1 0,1 0 0,-1-1 0,0 1 0,-1-2 0,1 1 0,-1-1 0,-1 0 0,1 0 0,-1-1 0,1 0 0,-1-1 0,0 0 0,-1-1 0,1 1 0,-1-2 0,1 1 0,-1-1 0,0-1 0,0 0 0,0 0 0,1-1 0,-1 0 0,0-1 0,0 0 0,0 0 0,0-1 0,1-1 0,-1 1 0,1-2 0,-1 1 0,1-1 0,0 0 0,1-1 0,-1 0 0,1-1 0,-1 0 0,1 0 0,1-1 0,-1 1 0,1-2 0,0 1 0,1-1 0,-1 0 0,2-1 0,-1 1 0,1-1 0,0-1 0,0 1 0,1-1 0,0 1 0,1-1 0,0 0 0,1-1 0,-1 1 0,2-1 0,-1 1 0,1-1 0,1 0 0,0 0 0,0 0 0,1 1 0,0-1 0,1 0 0,0 0 0,0 0 0,1 0 0,1 1 0,-1-1 0,2 1 0,-1-1 0,1 1 0,0 0 0,1 1 0,0-1 0,1 1 0,0-1 0,0 1 0,1 1 0,-1-1 0,2 1 0,-1 0 0,1 1 0,0-1 0,1 2 0,-1-1 0,1 1 0,1 0 0,-1 0 0,1 1 0,-1 0 0,1 1 0,0 0 0,1 1 0,-1-1 0,1 2 0,-1-1 0,1 1 0,0 1 0,0 0 0,0 0 0,0 1 0,-1 0 0,1 1 0,0 0 0,0 0 0,0 1 0,-1 1 0,1-1 0,-1 2 0,1-1 0,-1 1 0,0 0 0,-1 1 0,1 0 0,-1 1 0,1 0 0,-1 0 0,-1 1 0,1-1 0,-1 2 0,0-1 0,-1 1 0,1 0 0,-2 1 0,1-1 0,-1 1 0,0 1 0,0-1 0,-1 1 0,0-1 0,-1 1 0,0 0 0,-1 1 0,1-1 0,-2 1 0,1-1 0,-1 1 0,-1 0 0,0 0 0,0 0 0,-1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6:08.2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104 171 24575,'-3'-4'0,"1"1"0,0-1 0,0 1 0,1-1 0,-1 0 0,1 0 0,0 0 0,0 1 0,0-1 0,0 0 0,1 0 0,-1-5 0,1 4 0,-1 0 0,1 0 0,-1 0 0,-1 0 0,1 0 0,-1 0 0,0 0 0,-3-5 0,2 6 0,0 1 0,-1 0 0,0-1 0,0 1 0,0 1 0,-7-5 0,9 6 0,-1 0 0,1 0 0,0 0 0,-1 0 0,1 0 0,0-1 0,0 0 0,0 1 0,0-1 0,0 0 0,0 0 0,1 0 0,-1 0 0,1 0 0,-1 0 0,1 0 0,0 0 0,-1-1 0,1 1 0,-1-4 0,13 54 0,-11-29 0,2-6 0,10-21 0,-3 0 0,-4 4-170,1 1-1,-1 0 0,1 1 1,-1-1-1,1 1 0,0 0 1,11-2-1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6:13.31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555 278 24563,'0'10'0,"-1"1"0,0 0 0,0 0 0,-1 0 0,-1-1 0,1 1 0,-2-1 0,1 1 0,-1-1 0,0 0 0,-1-1 0,0 1 0,-1-1 0,0 1 0,0-1 0,-1-1 0,1 1 0,-2-1 0,1 0 0,-1-1 0,0 1 0,-1-2 0,1 1 0,-1-1 0,-1 0 0,1 0 0,-1-1 0,1 0 0,-1-1 0,0 0 0,-1-1 0,1 1 0,-1-2 0,1 1 0,-1-1 0,0-1 0,0 0 0,0 0 0,1-1 0,-1 0 0,0-1 0,0 0 0,0 0 0,0-1 0,1-1 0,-1 1 0,1-2 0,-1 1 0,1-1 0,0 0 0,1-1 0,-1 0 0,1-1 0,-1 0 0,1 0 0,1-1 0,-1 1 0,1-2 0,0 1 0,1-1 0,-1 0 0,2-1 0,-1 1 0,1-1 0,0-1 0,0 1 0,1-1 0,0 1 0,1-1 0,0 0 0,1-1 0,-1 1 0,2-1 0,-1 1 0,1-1 0,1 0 0,0 0 0,0 0 0,1 1 0,0-1 0,1 0 0,0 0 0,0 0 0,1 0 0,1 1 0,-1-1 0,2 1 0,-1-1 0,1 1 0,0 0 0,1 1 0,0-1 0,1 1 0,0-1 0,0 1 0,1 1 0,-1-1 0,2 1 0,-1 0 0,1 1 0,0-1 0,1 2 0,-1-1 0,1 1 0,1 0 0,-1 0 0,1 1 0,-1 0 0,1 1 0,0 0 0,1 1 0,-1-1 0,1 2 0,-1-1 0,1 1 0,0 1 0,0 0 0,0 0 0,0 1 0,-1 0 0,1 1 0,0 0 0,0 0 0,0 1 0,-1 1 0,1-1 0,-1 2 0,1-1 0,-1 1 0,0 0 0,-1 1 0,1 0 0,-1 1 0,1 0 0,-1 0 0,-1 1 0,1-1 0,-1 2 0,0-1 0,-1 1 0,1 0 0,-2 1 0,1-1 0,-1 1 0,0 1 0,0-1 0,-1 1 0,0-1 0,-1 1 0,0 0 0,-1 1 0,1-1 0,-2 1 0,1-1 0,-1 1 0,-1 0 0,0 0 0,0 0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6:13.3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104 171 24575,'-3'-4'0,"1"1"0,0-1 0,0 1 0,1-1 0,-1 0 0,1 0 0,0 0 0,0 1 0,0-1 0,0 0 0,1 0 0,-1-5 0,1 4 0,-1 0 0,1 0 0,-1 0 0,-1 0 0,1 0 0,-1 0 0,0 0 0,-3-5 0,2 6 0,0 1 0,-1 0 0,0-1 0,0 1 0,0 1 0,-7-5 0,9 6 0,-1 0 0,1 0 0,0 0 0,-1 0 0,1 0 0,0-1 0,0 0 0,0 1 0,0-1 0,0 0 0,0 0 0,1 0 0,-1 0 0,1 0 0,-1 0 0,1 0 0,0 0 0,-1-1 0,1 1 0,-1-4 0,13 54 0,-11-29 0,2-6 0,10-21 0,-3 0 0,-4 4-170,1 1-1,-1 0 0,1 1 1,-1-1-1,1 1 0,0 0 1,11-2-1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6:18.91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555 278 24563,'0'10'0,"-1"1"0,0 0 0,0 0 0,-1 0 0,-1-1 0,1 1 0,-2-1 0,1 1 0,-1-1 0,0 0 0,-1-1 0,0 1 0,-1-1 0,0 1 0,0-1 0,-1-1 0,1 1 0,-2-1 0,1 0 0,-1-1 0,0 1 0,-1-2 0,1 1 0,-1-1 0,-1 0 0,1 0 0,-1-1 0,1 0 0,-1-1 0,0 0 0,-1-1 0,1 1 0,-1-2 0,1 1 0,-1-1 0,0-1 0,0 0 0,0 0 0,1-1 0,-1 0 0,0-1 0,0 0 0,0 0 0,0-1 0,1-1 0,-1 1 0,1-2 0,-1 1 0,1-1 0,0 0 0,1-1 0,-1 0 0,1-1 0,-1 0 0,1 0 0,1-1 0,-1 1 0,1-2 0,0 1 0,1-1 0,-1 0 0,2-1 0,-1 1 0,1-1 0,0-1 0,0 1 0,1-1 0,0 1 0,1-1 0,0 0 0,1-1 0,-1 1 0,2-1 0,-1 1 0,1-1 0,1 0 0,0 0 0,0 0 0,1 1 0,0-1 0,1 0 0,0 0 0,0 0 0,1 0 0,1 1 0,-1-1 0,2 1 0,-1-1 0,1 1 0,0 0 0,1 1 0,0-1 0,1 1 0,0-1 0,0 1 0,1 1 0,-1-1 0,2 1 0,-1 0 0,1 1 0,0-1 0,1 2 0,-1-1 0,1 1 0,1 0 0,-1 0 0,1 1 0,-1 0 0,1 1 0,0 0 0,1 1 0,-1-1 0,1 2 0,-1-1 0,1 1 0,0 1 0,0 0 0,0 0 0,0 1 0,-1 0 0,1 1 0,0 0 0,0 0 0,0 1 0,-1 1 0,1-1 0,-1 2 0,1-1 0,-1 1 0,0 0 0,-1 1 0,1 0 0,-1 1 0,1 0 0,-1 0 0,-1 1 0,1-1 0,-1 2 0,0-1 0,-1 1 0,1 0 0,-2 1 0,1-1 0,-1 1 0,0 1 0,0-1 0,-1 1 0,0-1 0,-1 1 0,0 0 0,-1 1 0,1-1 0,-2 1 0,1-1 0,-1 1 0,-1 0 0,0 0 0,0 0 0,-1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6:18.9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104 171 24575,'-3'-4'0,"1"1"0,0-1 0,0 1 0,1-1 0,-1 0 0,1 0 0,0 0 0,0 1 0,0-1 0,0 0 0,1 0 0,-1-5 0,1 4 0,-1 0 0,1 0 0,-1 0 0,-1 0 0,1 0 0,-1 0 0,0 0 0,-3-5 0,2 6 0,0 1 0,-1 0 0,0-1 0,0 1 0,0 1 0,-7-5 0,9 6 0,-1 0 0,1 0 0,0 0 0,-1 0 0,1 0 0,0-1 0,0 0 0,0 1 0,0-1 0,0 0 0,0 0 0,1 0 0,-1 0 0,1 0 0,-1 0 0,1 0 0,0 0 0,-1-1 0,1 1 0,-1-4 0,13 54 0,-11-29 0,2-6 0,10-21 0,-3 0 0,-4 4-170,1 1-1,-1 0 0,1 1 1,-1-1-1,1 1 0,0 0 1,11-2-1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6:31.49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555 278 24563,'0'10'0,"-1"1"0,0 0 0,0 0 0,-1 0 0,-1-1 0,1 1 0,-2-1 0,1 1 0,-1-1 0,0 0 0,-1-1 0,0 1 0,-1-1 0,0 1 0,0-1 0,-1-1 0,1 1 0,-2-1 0,1 0 0,-1-1 0,0 1 0,-1-2 0,1 1 0,-1-1 0,-1 0 0,1 0 0,-1-1 0,1 0 0,-1-1 0,0 0 0,-1-1 0,1 1 0,-1-2 0,1 1 0,-1-1 0,0-1 0,0 0 0,0 0 0,1-1 0,-1 0 0,0-1 0,0 0 0,0 0 0,0-1 0,1-1 0,-1 1 0,1-2 0,-1 1 0,1-1 0,0 0 0,1-1 0,-1 0 0,1-1 0,-1 0 0,1 0 0,1-1 0,-1 1 0,1-2 0,0 1 0,1-1 0,-1 0 0,2-1 0,-1 1 0,1-1 0,0-1 0,0 1 0,1-1 0,0 1 0,1-1 0,0 0 0,1-1 0,-1 1 0,2-1 0,-1 1 0,1-1 0,1 0 0,0 0 0,0 0 0,1 1 0,0-1 0,1 0 0,0 0 0,0 0 0,1 0 0,1 1 0,-1-1 0,2 1 0,-1-1 0,1 1 0,0 0 0,1 1 0,0-1 0,1 1 0,0-1 0,0 1 0,1 1 0,-1-1 0,2 1 0,-1 0 0,1 1 0,0-1 0,1 2 0,-1-1 0,1 1 0,1 0 0,-1 0 0,1 1 0,-1 0 0,1 1 0,0 0 0,1 1 0,-1-1 0,1 2 0,-1-1 0,1 1 0,0 1 0,0 0 0,0 0 0,0 1 0,-1 0 0,1 1 0,0 0 0,0 0 0,0 1 0,-1 1 0,1-1 0,-1 2 0,1-1 0,-1 1 0,0 0 0,-1 1 0,1 0 0,-1 1 0,1 0 0,-1 0 0,-1 1 0,1-1 0,-1 2 0,0-1 0,-1 1 0,1 0 0,-2 1 0,1-1 0,-1 1 0,0 1 0,0-1 0,-1 1 0,0-1 0,-1 1 0,0 0 0,-1 1 0,1-1 0,-2 1 0,1-1 0,-1 1 0,-1 0 0,0 0 0,0 0 0,-1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6:31.4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104 171 24575,'-3'-4'0,"1"1"0,0-1 0,0 1 0,1-1 0,-1 0 0,1 0 0,0 0 0,0 1 0,0-1 0,0 0 0,1 0 0,-1-5 0,1 4 0,-1 0 0,1 0 0,-1 0 0,-1 0 0,1 0 0,-1 0 0,0 0 0,-3-5 0,2 6 0,0 1 0,-1 0 0,0-1 0,0 1 0,0 1 0,-7-5 0,9 6 0,-1 0 0,1 0 0,0 0 0,-1 0 0,1 0 0,0-1 0,0 0 0,0 1 0,0-1 0,0 0 0,0 0 0,1 0 0,-1 0 0,1 0 0,-1 0 0,1 0 0,0 0 0,-1-1 0,1 1 0,-1-4 0,13 54 0,-11-29 0,2-6 0,10-21 0,-3 0 0,-4 4-170,1 1-1,-1 0 0,1 1 1,-1-1-1,1 1 0,0 0 1,11-2-1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6:37.43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555 278 24563,'0'10'0,"-1"1"0,0 0 0,0 0 0,-1 0 0,-1-1 0,1 1 0,-2-1 0,1 1 0,-1-1 0,0 0 0,-1-1 0,0 1 0,-1-1 0,0 1 0,0-1 0,-1-1 0,1 1 0,-2-1 0,1 0 0,-1-1 0,0 1 0,-1-2 0,1 1 0,-1-1 0,-1 0 0,1 0 0,-1-1 0,1 0 0,-1-1 0,0 0 0,-1-1 0,1 1 0,-1-2 0,1 1 0,-1-1 0,0-1 0,0 0 0,0 0 0,1-1 0,-1 0 0,0-1 0,0 0 0,0 0 0,0-1 0,1-1 0,-1 1 0,1-2 0,-1 1 0,1-1 0,0 0 0,1-1 0,-1 0 0,1-1 0,-1 0 0,1 0 0,1-1 0,-1 1 0,1-2 0,0 1 0,1-1 0,-1 0 0,2-1 0,-1 1 0,1-1 0,0-1 0,0 1 0,1-1 0,0 1 0,1-1 0,0 0 0,1-1 0,-1 1 0,2-1 0,-1 1 0,1-1 0,1 0 0,0 0 0,0 0 0,1 1 0,0-1 0,1 0 0,0 0 0,0 0 0,1 0 0,1 1 0,-1-1 0,2 1 0,-1-1 0,1 1 0,0 0 0,1 1 0,0-1 0,1 1 0,0-1 0,0 1 0,1 1 0,-1-1 0,2 1 0,-1 0 0,1 1 0,0-1 0,1 2 0,-1-1 0,1 1 0,1 0 0,-1 0 0,1 1 0,-1 0 0,1 1 0,0 0 0,1 1 0,-1-1 0,1 2 0,-1-1 0,1 1 0,0 1 0,0 0 0,0 0 0,0 1 0,-1 0 0,1 1 0,0 0 0,0 0 0,0 1 0,-1 1 0,1-1 0,-1 2 0,1-1 0,-1 1 0,0 0 0,-1 1 0,1 0 0,-1 1 0,1 0 0,-1 0 0,-1 1 0,1-1 0,-1 2 0,0-1 0,-1 1 0,1 0 0,-2 1 0,1-1 0,-1 1 0,0 1 0,0-1 0,-1 1 0,0-1 0,-1 1 0,0 0 0,-1 1 0,1-1 0,-2 1 0,1-1 0,-1 1 0,-1 0 0,0 0 0,0 0 0,-1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6:37.43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104 171 24575,'-3'-4'0,"1"1"0,0-1 0,0 1 0,1-1 0,-1 0 0,1 0 0,0 0 0,0 1 0,0-1 0,0 0 0,1 0 0,-1-5 0,1 4 0,-1 0 0,1 0 0,-1 0 0,-1 0 0,1 0 0,-1 0 0,0 0 0,-3-5 0,2 6 0,0 1 0,-1 0 0,0-1 0,0 1 0,0 1 0,-7-5 0,9 6 0,-1 0 0,1 0 0,0 0 0,-1 0 0,1 0 0,0-1 0,0 0 0,0 1 0,0-1 0,0 0 0,0 0 0,1 0 0,-1 0 0,1 0 0,-1 0 0,1 0 0,0 0 0,-1-1 0,1 1 0,-1-4 0,13 54 0,-11-29 0,2-6 0,10-21 0,-3 0 0,-4 4-170,1 1-1,-1 0 0,1 1 1,-1-1-1,1 1 0,0 0 1,11-2-1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6:42.69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555 278 24563,'0'10'0,"-1"1"0,0 0 0,0 0 0,-1 0 0,-1-1 0,1 1 0,-2-1 0,1 1 0,-1-1 0,0 0 0,-1-1 0,0 1 0,-1-1 0,0 1 0,0-1 0,-1-1 0,1 1 0,-2-1 0,1 0 0,-1-1 0,0 1 0,-1-2 0,1 1 0,-1-1 0,-1 0 0,1 0 0,-1-1 0,1 0 0,-1-1 0,0 0 0,-1-1 0,1 1 0,-1-2 0,1 1 0,-1-1 0,0-1 0,0 0 0,0 0 0,1-1 0,-1 0 0,0-1 0,0 0 0,0 0 0,0-1 0,1-1 0,-1 1 0,1-2 0,-1 1 0,1-1 0,0 0 0,1-1 0,-1 0 0,1-1 0,-1 0 0,1 0 0,1-1 0,-1 1 0,1-2 0,0 1 0,1-1 0,-1 0 0,2-1 0,-1 1 0,1-1 0,0-1 0,0 1 0,1-1 0,0 1 0,1-1 0,0 0 0,1-1 0,-1 1 0,2-1 0,-1 1 0,1-1 0,1 0 0,0 0 0,0 0 0,1 1 0,0-1 0,1 0 0,0 0 0,0 0 0,1 0 0,1 1 0,-1-1 0,2 1 0,-1-1 0,1 1 0,0 0 0,1 1 0,0-1 0,1 1 0,0-1 0,0 1 0,1 1 0,-1-1 0,2 1 0,-1 0 0,1 1 0,0-1 0,1 2 0,-1-1 0,1 1 0,1 0 0,-1 0 0,1 1 0,-1 0 0,1 1 0,0 0 0,1 1 0,-1-1 0,1 2 0,-1-1 0,1 1 0,0 1 0,0 0 0,0 0 0,0 1 0,-1 0 0,1 1 0,0 0 0,0 0 0,0 1 0,-1 1 0,1-1 0,-1 2 0,1-1 0,-1 1 0,0 0 0,-1 1 0,1 0 0,-1 1 0,1 0 0,-1 0 0,-1 1 0,1-1 0,-1 2 0,0-1 0,-1 1 0,1 0 0,-2 1 0,1-1 0,-1 1 0,0 1 0,0-1 0,-1 1 0,0-1 0,-1 1 0,0 0 0,-1 1 0,1-1 0,-2 1 0,1-1 0,-1 1 0,-1 0 0,0 0 0,0 0 0,-1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6:42.7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104 171 24575,'-3'-4'0,"1"1"0,0-1 0,0 1 0,1-1 0,-1 0 0,1 0 0,0 0 0,0 1 0,0-1 0,0 0 0,1 0 0,-1-5 0,1 4 0,-1 0 0,1 0 0,-1 0 0,-1 0 0,1 0 0,-1 0 0,0 0 0,-3-5 0,2 6 0,0 1 0,-1 0 0,0-1 0,0 1 0,0 1 0,-7-5 0,9 6 0,-1 0 0,1 0 0,0 0 0,-1 0 0,1 0 0,0-1 0,0 0 0,0 1 0,0-1 0,0 0 0,0 0 0,1 0 0,-1 0 0,1 0 0,-1 0 0,1 0 0,0 0 0,-1-1 0,1 1 0,-1-4 0,13 54 0,-11-29 0,2-6 0,10-21 0,-3 0 0,-4 4-170,1 1-1,-1 0 0,1 1 1,-1-1-1,1 1 0,0 0 1,11-2-1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6:47.1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555 278 24563,'0'10'0,"-1"1"0,0 0 0,0 0 0,-1 0 0,-1-1 0,1 1 0,-2-1 0,1 1 0,-1-1 0,0 0 0,-1-1 0,0 1 0,-1-1 0,0 1 0,0-1 0,-1-1 0,1 1 0,-2-1 0,1 0 0,-1-1 0,0 1 0,-1-2 0,1 1 0,-1-1 0,-1 0 0,1 0 0,-1-1 0,1 0 0,-1-1 0,0 0 0,-1-1 0,1 1 0,-1-2 0,1 1 0,-1-1 0,0-1 0,0 0 0,0 0 0,1-1 0,-1 0 0,0-1 0,0 0 0,0 0 0,0-1 0,1-1 0,-1 1 0,1-2 0,-1 1 0,1-1 0,0 0 0,1-1 0,-1 0 0,1-1 0,-1 0 0,1 0 0,1-1 0,-1 1 0,1-2 0,0 1 0,1-1 0,-1 0 0,2-1 0,-1 1 0,1-1 0,0-1 0,0 1 0,1-1 0,0 1 0,1-1 0,0 0 0,1-1 0,-1 1 0,2-1 0,-1 1 0,1-1 0,1 0 0,0 0 0,0 0 0,1 1 0,0-1 0,1 0 0,0 0 0,0 0 0,1 0 0,1 1 0,-1-1 0,2 1 0,-1-1 0,1 1 0,0 0 0,1 1 0,0-1 0,1 1 0,0-1 0,0 1 0,1 1 0,-1-1 0,2 1 0,-1 0 0,1 1 0,0-1 0,1 2 0,-1-1 0,1 1 0,1 0 0,-1 0 0,1 1 0,-1 0 0,1 1 0,0 0 0,1 1 0,-1-1 0,1 2 0,-1-1 0,1 1 0,0 1 0,0 0 0,0 0 0,0 1 0,-1 0 0,1 1 0,0 0 0,0 0 0,0 1 0,-1 1 0,1-1 0,-1 2 0,1-1 0,-1 1 0,0 0 0,-1 1 0,1 0 0,-1 1 0,1 0 0,-1 0 0,-1 1 0,1-1 0,-1 2 0,0-1 0,-1 1 0,1 0 0,-2 1 0,1-1 0,-1 1 0,0 1 0,0-1 0,-1 1 0,0-1 0,-1 1 0,0 0 0,-1 1 0,1-1 0,-2 1 0,1-1 0,-1 1 0,-1 0 0,0 0 0,0 0 0,-1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36:47.19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104 171 24575,'-3'-4'0,"1"1"0,0-1 0,0 1 0,1-1 0,-1 0 0,1 0 0,0 0 0,0 1 0,0-1 0,0 0 0,1 0 0,-1-5 0,1 4 0,-1 0 0,1 0 0,-1 0 0,-1 0 0,1 0 0,-1 0 0,0 0 0,-3-5 0,2 6 0,0 1 0,-1 0 0,0-1 0,0 1 0,0 1 0,-7-5 0,9 6 0,-1 0 0,1 0 0,0 0 0,-1 0 0,1 0 0,0-1 0,0 0 0,0 1 0,0-1 0,0 0 0,0 0 0,1 0 0,-1 0 0,1 0 0,-1 0 0,1 0 0,0 0 0,-1-1 0,1 1 0,-1-4 0,13 54 0,-11-29 0,2-6 0,10-21 0,-3 0 0,-4 4-170,1 1-1,-1 0 0,1 1 1,-1-1-1,1 1 0,0 0 1,11-2-1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19:37:50.1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0,'1130'1957,"-1121"-1942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19:38:20.7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1729 1,'-1719'2123,"1709"-2111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19:38:46.06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0,'497'1116,"-510"-1145,6 13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19:39:26.74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71,'3991'-70,"-3969"70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19:39:35.20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1,'1626'2322,"-1617"-2309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19:39:46.86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1,'1802'63,"-1779"-62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19:39:58.96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495 0,'-488'1417,"482"-1400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19:40:35.6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1,'1167'0,"-1145"0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19:40:48.0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1,'2663'186,"-2641"-184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19:41:00.8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1,'1704'620,"-1684"-612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19:41:18.7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1302,'1536'-1289,"-1521"1277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19:41:39.3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961 1,'-954'2045,"947"-2030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19:41:57.0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987 0,'-982'2852,"977"-2837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19:42:09.9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1348,'1243'-1333,"-1229"1319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19:42:29.1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1,'2172'1305,"-2173"-1305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43:22.0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3110 3171 24513,'-51'93'0,"-2"-2"0,-1-1 0,-3-1 0,-1-2 0,-2-1 0,-1-3 0,-2-2 0,-1-1 0,-1-3 0,-1-3 0,-2-1 0,0-4 0,-1-2 0,0-3 0,-1-3 0,-1-3 0,0-3 0,0-4 0,0-2 0,0-4 0,-1-4 0,1-2 0,1-5 0,-1-3 0,1-3 0,1-5 0,1-3 0,0-3 0,2-5 0,0-3 0,2-4 0,1-4 0,1-4 0,2-4 0,1-3 0,2-4 0,1-4 0,3-4 0,1-3 0,2-4 0,2-4 0,3-3 0,1-4 0,3-3 0,2-4 0,3-3 0,1-3 0,4-3 0,2-4 0,2-2 0,4-3 0,1-3 0,4-3 0,2-2 0,3-3 0,3-2 0,2-3 0,4-1 0,2-2 0,3-2 0,2-2 0,4-2 0,2-1 0,3-1 0,3-1 0,2-1 0,4-2 0,2 0 0,2 0 0,3-1 0,3 0 0,2 0 0,3 0 0,2-1 0,2 2 0,3 0 0,2 0 0,2 1 0,2 1 0,2 1 0,2 2 0,1 1 0,3 1 0,1 2 0,2 1 0,1 3 0,2 2 0,1 1 0,1 3 0,1 3 0,2 1 0,0 4 0,1 2 0,0 3 0,1 3 0,1 3 0,0 3 0,0 4 0,0 2 0,0 4 0,1 4 0,-1 2 0,-1 5 0,1 3 0,-1 3 0,-1 5 0,-1 3 0,0 3 0,-2 5 0,0 3 0,-2 4 0,-1 4 0,-1 4 0,-2 4 0,-1 3 0,-2 4 0,-1 4 0,-3 4 0,-1 3 0,-2 4 0,-2 4 0,-3 3 0,-1 4 0,-3 3 0,-2 4 0,-3 3 0,-1 3 0,-4 3 0,-2 4 0,-2 2 0,-4 3 0,-1 3 0,-4 3 0,-2 2 0,-3 3 0,-3 2 0,-2 3 0,-4 1 0,-2 2 0,-3 2 0,-2 2 0,-4 2 0,-2 1 0,-3 1 0,-3 1 0,-2 1 0,-4 2 0,-2 0 0,-2 0 0,-3 1 0,-3 0 0,-2 0 0,-3 0 0,-2 1 0,-2-2 0,-3 0 0,-2 0 0,-2-1 0,-2-1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56:29.8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493 247 24563,'0'9'0,"-1"1"0,0-1 0,0 1 0,-1 0 0,0-1 0,0 0 0,-1 1 0,0-1 0,-1 0 0,0 0 0,0-1 0,0 1 0,-1-1 0,-1 0 0,1 0 0,-1 0 0,0 0 0,0-1 0,-1 0 0,0 0 0,0-1 0,-1 0 0,0 0 0,0-1 0,0 1 0,0-1 0,-1-1 0,1 0 0,-1 0 0,0 0 0,0-1 0,-1 0 0,1-1 0,0 0 0,-1 0 0,0-1 0,1 0 0,-1 0 0,1-1 0,-1 0 0,0-1 0,1 0 0,-1 0 0,0-1 0,1 0 0,0 0 0,-1-1 0,1 0 0,0-1 0,0 0 0,1 0 0,-1 0 0,1-1 0,0-1 0,0 1 0,0-1 0,0 0 0,1 0 0,0-1 0,0 0 0,1 0 0,0-1 0,0 0 0,1 0 0,-1 0 0,1 0 0,1-1 0,0 1 0,0-1 0,0 0 0,1 0 0,0-1 0,1 1 0,0 0 0,0-1 0,1 0 0,0 1 0,0-1 0,1 1 0,0-1 0,1 0 0,0 1 0,0-1 0,1 0 0,0 1 0,0 0 0,1-1 0,0 1 0,1 0 0,0 0 0,0 1 0,0-1 0,1 1 0,1 0 0,-1 0 0,1 0 0,0 0 0,0 1 0,1 0 0,0 0 0,0 1 0,1 0 0,0 0 0,0 1 0,0-1 0,0 1 0,1 1 0,-1 0 0,1 0 0,0 0 0,0 1 0,1 0 0,-1 1 0,0 0 0,1 0 0,0 1 0,-1 0 0,1 0 0,0 1 0,-1 0 0,1 1 0,-1 0 0,1 0 0,0 1 0,-1 0 0,0 0 0,1 1 0,-1 0 0,0 1 0,0 0 0,-1 0 0,1 0 0,-1 1 0,0 1 0,0-1 0,0 1 0,0 0 0,-1 0 0,0 1 0,0 0 0,-1 0 0,0 1 0,0 0 0,-1 0 0,1 0 0,-1 0 0,-1 1 0,0-1 0,0 1 0,0 0 0,-1 0 0,0 1 0,-1-1 0,0 0 0,0 1 0,-1 0 0,0-1 0,0 1 0,-1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56:41.97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60 263 24575,'-2'0'0,"0"-1"0,-1 0 0,1 0 0,0 0 0,0 0 0,0 0 0,0 0 0,0-1 0,0 1 0,0-1 0,0 1 0,0-1 0,1 0 0,-1 1 0,1-1 0,-1 0 0,1 0 0,0 0 0,-1-1 0,1 1 0,0 0 0,1 0 0,-1-1 0,0 1 0,1 0 0,-1-4 0,-1 1 0,1-1 0,0 1 0,0 0 0,1 0 0,0 0 0,-1 0 0,2-1 0,-1 1 0,1 0 0,0 0 0,0 0 0,0 0 0,3-9 0,1 7 0,-1 0 0,1 0 0,1 1 0,10-11 0,9-12 0,-25 29 0,0-1 0,0 1 0,0 0 0,1 0 0,-1-1 0,0 1 0,0 0 0,0-1 0,0 1 0,0 0 0,0 0 0,0-1 0,0 1 0,0 0 0,0-1 0,0 1 0,0 0 0,0 0 0,0-1 0,0 1 0,-1 0 0,1 0 0,0-1 0,0 1 0,0 0 0,0 0 0,0-1 0,-1 1 0,1 0 0,0 0 0,0-1 0,0 1 0,-1 0 0,1 0 0,0 0 0,0 0 0,-1-1 0,1 1 0,0 0 0,0 0 0,-1 0 0,1 0 0,0 0 0,-1 0 0,1 0 0,-23-5 0,21 5 0,1-1 0,-1 1 0,1 0 0,-1 0 0,0 0 0,1 0 0,-1 0 0,1 0 0,-1 0 0,1 0 0,-1 0 0,1 1 0,-1-1 0,1 1 0,-1-1 0,1 1 0,0 0 0,-1-1 0,1 1 0,0 0 0,-1 0 0,1 0 0,-1 1 0,8 23 0,-5-20 0,1 0 0,0-1 0,-1 1 0,0 0 0,0 0 0,-1 0 0,1 0 0,-1 0 0,0 0 0,-1 0 0,1-1 0,-1 1 0,-1 6 0,2-11 0,0 0 0,0 0 0,0 1 0,0-1 0,-1 0 0,1 0 0,0 0 0,0 0 0,0 0 0,0 0 0,0 0 0,0 0 0,0 0 0,-1 0 0,1 0 0,0 1 0,0-1 0,0 0 0,0 0 0,0 0 0,-1 0 0,1 0 0,0 0 0,0 0 0,0 0 0,0 0 0,0 0 0,-1-1 0,1 1 0,0 0 0,0 0 0,0 0 0,0 0 0,0 0 0,-1 0 0,1 0 0,0 0 0,0 0 0,0 0 0,0 0 0,0 0 0,0-1 0,0 1 0,0 0 0,-1 0 0,1 0 0,0 0 0,0 0 0,0 0 0,0-1 0,0 1 0,0 0 0,0 0 0,-6-14 0,0-14 0,6 26 0,0 0 0,0 0 0,0 0 0,0 1 0,0-1 0,0 0 0,0 0 0,1 0 0,-1 1 0,1-1 0,-1 0 0,1 0 0,0 1 0,0-1 0,-1 1 0,1-1 0,0 0 0,0 1 0,1 0 0,1-3 0,-2 3 0,1 1 0,-1-1 0,0 1 0,1-1 0,-1 1 0,1-1 0,-1 1 0,1 0 0,-1 0 0,1 0 0,0 0 0,-1 0 0,1 0 0,-1 0 0,1 0 0,-1 1 0,1-1 0,-1 1 0,2 0 0,3 1 0,0 1 0,0 0 0,-1 0 0,1 1 0,-1-1 0,0 1 0,0 0 0,0 1 0,0-1 0,5 8 0,15 35 0,-19-35 0,0 0 0,1 0 0,0 0 0,14 16 0,-19-26 0,0 0 0,0 0 0,0 0 0,0 0 0,0 0 0,1-1 0,-1 1 0,1-1 0,-1 0 0,1 0 0,-1 0 0,1 0 0,0 0 0,-1 0 0,1-1 0,0 1 0,0-1 0,0 0 0,-1 1 0,1-1 0,0-1 0,0 1 0,0 0 0,-1-1 0,1 1 0,0-1 0,2-1 0,-2 0 0,0 1 0,-1-1 0,1 0 0,-1 0 0,0 0 0,1 0 0,-1 0 0,0 0 0,0-1 0,0 1 0,-1-1 0,1 1 0,0-1 0,-1 0 0,0 0 0,0 1 0,0-1 0,0 0 0,0 0 0,0 0 0,-1 0 0,0-1 0,1 1 0,-1 0 0,0 0 0,0 0 0,-1-3 0,0-6 0,0 0 0,-1 0 0,0 1 0,-1-1 0,-7-19 0,7 25 0,-1 0 0,0 1 0,0-1 0,0 1 0,-1 0 0,0 0 0,0 1 0,0 0 0,0-1 0,-1 2 0,1-1 0,-1 1 0,-7-4 0,3 3 0,0-1 0,0 1 0,0 1 0,0-1 0,0 2 0,-1 0 0,-16-2 0,22 4 0,1 0 0,-1 1 0,1 0 0,-1 0 0,1 0 0,-1 0 0,1 0 0,0 1 0,0 0 0,0 0 0,0 0 0,0 0 0,0 1 0,0 0 0,1-1 0,-1 1 0,1 1 0,0-1 0,0 0 0,0 1 0,0 0 0,1-1 0,0 1 0,-1 0 0,1 0 0,0 0 0,1 1 0,-1-1 0,0 7 0,-1-2 0,1 0 0,0 0 0,1 0 0,0 1 0,1-1 0,0 0 0,0 0 0,1 1 0,0-1 0,1 0 0,0 0 0,0 0 0,6 14 0,-5-19 0,-1-1 0,1 1 0,0-1 0,0 0 0,0 0 0,0 0 0,1 0 0,-1-1 0,1 1 0,0-1 0,0 0 0,-1 0 0,1 0 0,1-1 0,-1 1 0,0-1 0,0 0 0,0 0 0,1-1 0,-1 1 0,0-1 0,1 0 0,-1 0 0,8-1 0,-5 1 0,0-1 0,-1 1 0,1-1 0,-1-1 0,0 1 0,1-1 0,-1 0 0,0-1 0,0 1 0,0-1 0,0-1 0,0 1 0,-1-1 0,0 0 0,10-8 0,-13 8 0,1-1 0,-1 1 0,1 0 0,-1-1 0,-1 1 0,1-1 0,-1 0 0,0 0 0,0 1 0,0-1 0,0 0 0,-1 0 0,0 0 0,0 0 0,0 0 0,-1 0 0,0 0 0,0 1 0,0-1 0,-3-8 0,3 10 0,0 0 0,0 1 0,-1-1 0,1 1 0,0-1 0,-1 1 0,0 0 0,0 0 0,1-1 0,-1 1 0,-1 0 0,1 0 0,0 1 0,0-1 0,-1 0 0,1 1 0,-1 0 0,1-1 0,-1 1 0,1 0 0,-1 0 0,0 1 0,0-1 0,1 0 0,-1 1 0,0 0 0,0-1 0,0 1 0,0 0 0,1 1 0,-1-1 0,0 0 0,0 1 0,0 0 0,1-1 0,-5 3 0,5-2 0,0 0 0,0 0 0,-1 1 0,1-1 0,0 1 0,0 0 0,1-1 0,-1 1 0,0 0 0,1 0 0,-1 0 0,1 0 0,-1 0 0,1 1 0,0-1 0,0 0 0,0 0 0,0 1 0,1-1 0,-1 1 0,0-1 0,1 1 0,0-1 0,0 1 0,-1-1 0,2 1 0,-1-1 0,0 1 0,0-1 0,1 1 0,-1-1 0,1 1 0,0-1 0,0 1 0,0-1 0,0 0 0,2 3 0,-3-5-3,1 1-1,-1-1 0,0 1 1,1 0-1,-1-1 0,1 1 1,-1 0-1,0 0 0,1-1 1,-1 1-1,0 0 0,0-1 1,0 1-1,0 0 0,0 0 1,0-1-1,0 1 0,0 0 1,0 0-1,0 0 0,0 0 1,-11 1 203,11-2-233,-1 0 0,1 0 0,-1 0 0,1 0 0,-1 0 0,1 0 0,-1 0 0,1 0 0,-1-1 0,1 1 0,-1 0 0,1 0 0,-1 0 0,1-1 0,0 1 0,-1 0 0,1 0 0,-1-1 0,1 1 0,0 0 0,-1-1 0,1 1 0,0-1 0,-1 1 0,1 0 0,0-1 0,0 1 0,-1-1 0,1 1 0,0-1 0,0 1 0,0-1 0,0 1 0,-1-1 0,1 1 0,0-1 0,0 1 0,0-1 0,0 1 0,0-1 0,0 1 0,0-1 0,1 1 0,-1-1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56:45.8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105 169 24575,'-80'-80'0,"79"78"0,0 1 0,-1-1 0,1 0 0,0 1 0,0-1 0,0 0 0,0 0 0,0 1 0,0-1 0,1 0 0,-1 0 0,1 0 0,-1 0 0,1 0 0,0 0 0,-1 0 0,1 0 0,0 0 0,1 0 0,-1 0 0,0 0 0,0 0 0,1 0 0,-1 0 0,1 0 0,1-3 0,-2 5 0,1 1 0,0-1 0,-1 0 0,0 1 0,1-1 0,-1 1 0,1-1 0,-1 0 0,1 1 0,-1-1 0,0 1 0,1-1 0,-1 1 0,0-1 0,0 1 0,1 0 0,-1-1 0,0 1 0,0-1 0,0 1 0,0 0 0,1-1 0,-1 1 0,0-1 0,0 1 0,0 0 0,0-1 0,-1 1 0,1 0 0,3 23 0,-2-7 0,0 36 0,-1-51 0,0 1 0,0 0 0,0-1 0,0 1 0,-1 0 0,0-1 0,1 1 0,-1-1 0,0 1 0,0-1 0,0 1 0,-1-1 0,1 0 0,-3 4 0,4-6 0,0 0 0,0 0 0,0 0 0,-1 0 0,1 0 0,0 1 0,0-1 0,0 0 0,0 0 0,-1 0 0,1 0 0,0 0 0,0 0 0,0 0 0,-1 0 0,1 0 0,0 0 0,0 0 0,0 0 0,-1 0 0,1 0 0,0 0 0,0 0 0,0 0 0,-1 0 0,1 0 0,0 0 0,0 0 0,0 0 0,-1 0 0,1 0 0,0-1 0,0 1 0,0 0 0,0 0 0,-1 0 0,1 0 0,0 0 0,0 0 0,0-1 0,0 1 0,0 0 0,-1 0 0,1 0 0,0-1 0,0 1 0,0 0 0,0 0 0,-5-18 0,4-15 0,2 25 0,2 1 0,-1-1 0,1 1 0,0-1 0,1 1 0,0 0 0,0 0 0,0 1 0,1-1 0,0 1 0,0 0 0,7-6 0,-9 8 0,1 1 0,-1 0 0,1 0 0,0 0 0,0 0 0,0 1 0,0-1 0,0 1 0,1 0 0,-1 0 0,1 1 0,-1-1 0,1 1 0,0 0 0,-1 0 0,1 1 0,0-1 0,0 1 0,-1 0 0,1 1 0,7 0 0,-9 0 7,1 1 0,-1-1-1,0 1 1,1 0 0,-1 0-1,0 0 1,0 0-1,-1 1 1,1-1 0,0 1-1,-1-1 1,0 1 0,1 0-1,-1 0 1,0 0 0,0 0-1,1 4 1,0 0-193,0 0 1,-1 0-1,1 0 0,-1 0 1,-1 0-1,0 0 1,1 13-1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56:56.5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493 247 24563,'0'9'0,"-1"1"0,0-1 0,0 1 0,-1 0 0,0-1 0,0 0 0,-1 1 0,0-1 0,-1 0 0,0 0 0,0-1 0,0 1 0,-1-1 0,-1 0 0,1 0 0,-1 0 0,0 0 0,0-1 0,-1 0 0,0 0 0,0-1 0,-1 0 0,0 0 0,0-1 0,0 1 0,0-1 0,-1-1 0,1 0 0,-1 0 0,0 0 0,0-1 0,-1 0 0,1-1 0,0 0 0,-1 0 0,0-1 0,1 0 0,-1 0 0,1-1 0,-1 0 0,0-1 0,1 0 0,-1 0 0,0-1 0,1 0 0,0 0 0,-1-1 0,1 0 0,0-1 0,0 0 0,1 0 0,-1 0 0,1-1 0,0-1 0,0 1 0,0-1 0,0 0 0,1 0 0,0-1 0,0 0 0,1 0 0,0-1 0,0 0 0,1 0 0,-1 0 0,1 0 0,1-1 0,0 1 0,0-1 0,0 0 0,1 0 0,0-1 0,1 1 0,0 0 0,0-1 0,1 0 0,0 1 0,0-1 0,1 1 0,0-1 0,1 0 0,0 1 0,0-1 0,1 0 0,0 1 0,0 0 0,1-1 0,0 1 0,1 0 0,0 0 0,0 1 0,0-1 0,1 1 0,1 0 0,-1 0 0,1 0 0,0 0 0,0 1 0,1 0 0,0 0 0,0 1 0,1 0 0,0 0 0,0 1 0,0-1 0,0 1 0,1 1 0,-1 0 0,1 0 0,0 0 0,0 1 0,1 0 0,-1 1 0,0 0 0,1 0 0,0 1 0,-1 0 0,1 0 0,0 1 0,-1 0 0,1 1 0,-1 0 0,1 0 0,0 1 0,-1 0 0,0 0 0,1 1 0,-1 0 0,0 1 0,0 0 0,-1 0 0,1 0 0,-1 1 0,0 1 0,0-1 0,0 1 0,0 0 0,-1 0 0,0 1 0,0 0 0,-1 0 0,0 1 0,0 0 0,-1 0 0,1 0 0,-1 0 0,-1 1 0,0-1 0,0 1 0,0 0 0,-1 0 0,0 1 0,-1-1 0,0 0 0,0 1 0,-1 0 0,0-1 0,0 1 0,-1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56:56.5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60 263 24575,'-2'0'0,"0"-1"0,-1 0 0,1 0 0,0 0 0,0 0 0,0 0 0,0 0 0,0-1 0,0 1 0,0-1 0,0 1 0,0-1 0,1 0 0,-1 1 0,1-1 0,-1 0 0,1 0 0,0 0 0,-1-1 0,1 1 0,0 0 0,1 0 0,-1-1 0,0 1 0,1 0 0,-1-4 0,-1 1 0,1-1 0,0 1 0,0 0 0,1 0 0,0 0 0,-1 0 0,2-1 0,-1 1 0,1 0 0,0 0 0,0 0 0,0 0 0,3-9 0,1 7 0,-1 0 0,1 0 0,1 1 0,10-11 0,9-12 0,-25 29 0,0-1 0,0 1 0,0 0 0,1 0 0,-1-1 0,0 1 0,0 0 0,0-1 0,0 1 0,0 0 0,0 0 0,0-1 0,0 1 0,0 0 0,0-1 0,0 1 0,0 0 0,0 0 0,0-1 0,0 1 0,-1 0 0,1 0 0,0-1 0,0 1 0,0 0 0,0 0 0,0-1 0,-1 1 0,1 0 0,0 0 0,0-1 0,0 1 0,-1 0 0,1 0 0,0 0 0,0 0 0,-1-1 0,1 1 0,0 0 0,0 0 0,-1 0 0,1 0 0,0 0 0,-1 0 0,1 0 0,-23-5 0,21 5 0,1-1 0,-1 1 0,1 0 0,-1 0 0,0 0 0,1 0 0,-1 0 0,1 0 0,-1 0 0,1 0 0,-1 0 0,1 1 0,-1-1 0,1 1 0,-1-1 0,1 1 0,0 0 0,-1-1 0,1 1 0,0 0 0,-1 0 0,1 0 0,-1 1 0,8 23 0,-5-20 0,1 0 0,0-1 0,-1 1 0,0 0 0,0 0 0,-1 0 0,1 0 0,-1 0 0,0 0 0,-1 0 0,1-1 0,-1 1 0,-1 6 0,2-11 0,0 0 0,0 0 0,0 1 0,0-1 0,-1 0 0,1 0 0,0 0 0,0 0 0,0 0 0,0 0 0,0 0 0,0 0 0,0 0 0,-1 0 0,1 0 0,0 1 0,0-1 0,0 0 0,0 0 0,0 0 0,-1 0 0,1 0 0,0 0 0,0 0 0,0 0 0,0 0 0,0 0 0,-1-1 0,1 1 0,0 0 0,0 0 0,0 0 0,0 0 0,0 0 0,-1 0 0,1 0 0,0 0 0,0 0 0,0 0 0,0 0 0,0 0 0,0-1 0,0 1 0,0 0 0,-1 0 0,1 0 0,0 0 0,0 0 0,0 0 0,0-1 0,0 1 0,0 0 0,0 0 0,-6-14 0,0-14 0,6 26 0,0 0 0,0 0 0,0 0 0,0 1 0,0-1 0,0 0 0,0 0 0,1 0 0,-1 1 0,1-1 0,-1 0 0,1 0 0,0 1 0,0-1 0,-1 1 0,1-1 0,0 0 0,0 1 0,1 0 0,1-3 0,-2 3 0,1 1 0,-1-1 0,0 1 0,1-1 0,-1 1 0,1-1 0,-1 1 0,1 0 0,-1 0 0,1 0 0,0 0 0,-1 0 0,1 0 0,-1 0 0,1 0 0,-1 1 0,1-1 0,-1 1 0,2 0 0,3 1 0,0 1 0,0 0 0,-1 0 0,1 1 0,-1-1 0,0 1 0,0 0 0,0 1 0,0-1 0,5 8 0,15 35 0,-19-35 0,0 0 0,1 0 0,0 0 0,14 16 0,-19-26 0,0 0 0,0 0 0,0 0 0,0 0 0,0 0 0,1-1 0,-1 1 0,1-1 0,-1 0 0,1 0 0,-1 0 0,1 0 0,0 0 0,-1 0 0,1-1 0,0 1 0,0-1 0,0 0 0,-1 1 0,1-1 0,0-1 0,0 1 0,0 0 0,-1-1 0,1 1 0,0-1 0,2-1 0,-2 0 0,0 1 0,-1-1 0,1 0 0,-1 0 0,0 0 0,1 0 0,-1 0 0,0 0 0,0-1 0,0 1 0,-1-1 0,1 1 0,0-1 0,-1 0 0,0 0 0,0 1 0,0-1 0,0 0 0,0 0 0,0 0 0,-1 0 0,0-1 0,1 1 0,-1 0 0,0 0 0,0 0 0,-1-3 0,0-6 0,0 0 0,-1 0 0,0 1 0,-1-1 0,-7-19 0,7 25 0,-1 0 0,0 1 0,0-1 0,0 1 0,-1 0 0,0 0 0,0 1 0,0 0 0,0-1 0,-1 2 0,1-1 0,-1 1 0,-7-4 0,3 3 0,0-1 0,0 1 0,0 1 0,0-1 0,0 2 0,-1 0 0,-16-2 0,22 4 0,1 0 0,-1 1 0,1 0 0,-1 0 0,1 0 0,-1 0 0,1 0 0,0 1 0,0 0 0,0 0 0,0 0 0,0 0 0,0 1 0,0 0 0,1-1 0,-1 1 0,1 1 0,0-1 0,0 0 0,0 1 0,0 0 0,1-1 0,0 1 0,-1 0 0,1 0 0,0 0 0,1 1 0,-1-1 0,0 7 0,-1-2 0,1 0 0,0 0 0,1 0 0,0 1 0,1-1 0,0 0 0,0 0 0,1 1 0,0-1 0,1 0 0,0 0 0,0 0 0,6 14 0,-5-19 0,-1-1 0,1 1 0,0-1 0,0 0 0,0 0 0,0 0 0,1 0 0,-1-1 0,1 1 0,0-1 0,0 0 0,-1 0 0,1 0 0,1-1 0,-1 1 0,0-1 0,0 0 0,0 0 0,1-1 0,-1 1 0,0-1 0,1 0 0,-1 0 0,8-1 0,-5 1 0,0-1 0,-1 1 0,1-1 0,-1-1 0,0 1 0,1-1 0,-1 0 0,0-1 0,0 1 0,0-1 0,0-1 0,0 1 0,-1-1 0,0 0 0,10-8 0,-13 8 0,1-1 0,-1 1 0,1 0 0,-1-1 0,-1 1 0,1-1 0,-1 0 0,0 0 0,0 1 0,0-1 0,0 0 0,-1 0 0,0 0 0,0 0 0,0 0 0,-1 0 0,0 0 0,0 1 0,0-1 0,-3-8 0,3 10 0,0 0 0,0 1 0,-1-1 0,1 1 0,0-1 0,-1 1 0,0 0 0,0 0 0,1-1 0,-1 1 0,-1 0 0,1 0 0,0 1 0,0-1 0,-1 0 0,1 1 0,-1 0 0,1-1 0,-1 1 0,1 0 0,-1 0 0,0 1 0,0-1 0,1 0 0,-1 1 0,0 0 0,0-1 0,0 1 0,0 0 0,1 1 0,-1-1 0,0 0 0,0 1 0,0 0 0,1-1 0,-5 3 0,5-2 0,0 0 0,0 0 0,-1 1 0,1-1 0,0 1 0,0 0 0,1-1 0,-1 1 0,0 0 0,1 0 0,-1 0 0,1 0 0,-1 0 0,1 1 0,0-1 0,0 0 0,0 0 0,0 1 0,1-1 0,-1 1 0,0-1 0,1 1 0,0-1 0,0 1 0,-1-1 0,2 1 0,-1-1 0,0 1 0,0-1 0,1 1 0,-1-1 0,1 1 0,0-1 0,0 1 0,0-1 0,0 0 0,2 3 0,-3-5-3,1 1-1,-1-1 0,0 1 1,1 0-1,-1-1 0,1 1 1,-1 0-1,0 0 0,1-1 1,-1 1-1,0 0 0,0-1 1,0 1-1,0 0 0,0 0 1,0-1-1,0 1 0,0 0 1,0 0-1,0 0 0,0 0 1,-11 1 203,11-2-233,-1 0 0,1 0 0,-1 0 0,1 0 0,-1 0 0,1 0 0,-1 0 0,1 0 0,-1-1 0,1 1 0,-1 0 0,1 0 0,-1 0 0,1-1 0,0 1 0,-1 0 0,1 0 0,-1-1 0,1 1 0,0 0 0,-1-1 0,1 1 0,0-1 0,-1 1 0,1 0 0,0-1 0,0 1 0,-1-1 0,1 1 0,0-1 0,0 1 0,0-1 0,0 1 0,-1-1 0,1 1 0,0-1 0,0 1 0,0-1 0,0 1 0,0-1 0,0 1 0,0-1 0,1 1 0,-1-1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56:56.58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105 169 24575,'-80'-80'0,"79"78"0,0 1 0,-1-1 0,1 0 0,0 1 0,0-1 0,0 0 0,0 0 0,0 1 0,0-1 0,1 0 0,-1 0 0,1 0 0,-1 0 0,1 0 0,0 0 0,-1 0 0,1 0 0,0 0 0,1 0 0,-1 0 0,0 0 0,0 0 0,1 0 0,-1 0 0,1 0 0,1-3 0,-2 5 0,1 1 0,0-1 0,-1 0 0,0 1 0,1-1 0,-1 1 0,1-1 0,-1 0 0,1 1 0,-1-1 0,0 1 0,1-1 0,-1 1 0,0-1 0,0 1 0,1 0 0,-1-1 0,0 1 0,0-1 0,0 1 0,0 0 0,1-1 0,-1 1 0,0-1 0,0 1 0,0 0 0,0-1 0,-1 1 0,1 0 0,3 23 0,-2-7 0,0 36 0,-1-51 0,0 1 0,0 0 0,0-1 0,0 1 0,-1 0 0,0-1 0,1 1 0,-1-1 0,0 1 0,0-1 0,0 1 0,-1-1 0,1 0 0,-3 4 0,4-6 0,0 0 0,0 0 0,0 0 0,-1 0 0,1 0 0,0 1 0,0-1 0,0 0 0,0 0 0,-1 0 0,1 0 0,0 0 0,0 0 0,0 0 0,-1 0 0,1 0 0,0 0 0,0 0 0,0 0 0,-1 0 0,1 0 0,0 0 0,0 0 0,0 0 0,-1 0 0,1 0 0,0 0 0,0 0 0,0 0 0,-1 0 0,1 0 0,0-1 0,0 1 0,0 0 0,0 0 0,-1 0 0,1 0 0,0 0 0,0 0 0,0-1 0,0 1 0,0 0 0,-1 0 0,1 0 0,0-1 0,0 1 0,0 0 0,0 0 0,-5-18 0,4-15 0,2 25 0,2 1 0,-1-1 0,1 1 0,0-1 0,1 1 0,0 0 0,0 0 0,0 1 0,1-1 0,0 1 0,0 0 0,7-6 0,-9 8 0,1 1 0,-1 0 0,1 0 0,0 0 0,0 0 0,0 1 0,0-1 0,0 1 0,1 0 0,-1 0 0,1 1 0,-1-1 0,1 1 0,0 0 0,-1 0 0,1 1 0,0-1 0,0 1 0,-1 0 0,1 1 0,7 0 0,-9 0 7,1 1 0,-1-1-1,0 1 1,1 0 0,-1 0-1,0 0 1,0 0-1,-1 1 1,1-1 0,0 1-1,-1-1 1,0 1 0,1 0-1,-1 0 1,0 0 0,0 0-1,1 4 1,0 0-193,0 0 1,-1 0-1,1 0 0,-1 0 1,-1 0-1,0 0 1,1 13-1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57:02.5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493 246 24563,'0'10'0,"-1"0"0,0-1 0,0 1 0,-1 0 0,0-1 0,0 0 0,-1 1 0,0-1 0,-1 0 0,0 0 0,0-1 0,0 1 0,-1-1 0,-1 0 0,1 0 0,-1 0 0,0 0 0,0-1 0,-1 0 0,0 0 0,0-1 0,-1 0 0,0 0 0,0-1 0,0 1 0,0-1 0,-1-1 0,1 0 0,-1 0 0,0 0 0,0-1 0,-1 0 0,1-1 0,0 0 0,-1 0 0,0-1 0,1 0 0,-1 0 0,1-1 0,-1 0 0,0-1 0,1 0 0,-1 0 0,0-1 0,1 0 0,0 0 0,-1-1 0,1 0 0,0-1 0,0 0 0,1 0 0,-1 0 0,1-1 0,0-1 0,0 1 0,0-1 0,0 0 0,1 0 0,0-1 0,0 0 0,1 0 0,0-1 0,0 0 0,1 0 0,-1 0 0,1 0 0,1-1 0,0 1 0,0-1 0,0 0 0,1 0 0,0-1 0,1 1 0,0 0 0,0-1 0,1 0 0,0 1 0,0-1 0,1 0 0,0 1 0,1-1 0,0 1 0,0-1 0,1 0 0,0 1 0,0 0 0,1-1 0,0 1 0,1 0 0,0 0 0,0 1 0,0-1 0,1 1 0,1 0 0,-1 0 0,1 0 0,0 0 0,0 1 0,1 0 0,0 0 0,0 1 0,1 0 0,0 0 0,0 1 0,0-1 0,0 1 0,1 1 0,-1 0 0,1 0 0,0 0 0,0 1 0,1 0 0,-1 1 0,0 0 0,1 0 0,0 1 0,-1 0 0,1 0 0,0 1 0,-1 0 0,1 1 0,-1 0 0,1 0 0,0 1 0,-1 0 0,0 0 0,1 1 0,-1 0 0,0 1 0,0 0 0,-1 0 0,1 0 0,-1 1 0,0 1 0,0-1 0,0 1 0,0 0 0,-1 0 0,0 1 0,0 0 0,-1 0 0,0 1 0,0 0 0,-1 0 0,1 0 0,-1 0 0,-1 1 0,0-1 0,0 1 0,0 0 0,-1 0 0,0 1 0,-1-1 0,0 0 0,0 1 0,-1 0 0,0-1 0,0 1 0,-1-1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57:02.5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60 263 24575,'-2'0'0,"0"-1"0,-1 0 0,1 0 0,0 0 0,0 0 0,0 0 0,0 0 0,0-1 0,0 1 0,0-1 0,0 1 0,0-1 0,1 0 0,-1 1 0,1-1 0,-1 0 0,1 0 0,0 0 0,-1-1 0,1 1 0,0 0 0,1 0 0,-1-1 0,0 1 0,1 0 0,-1-4 0,-1 1 0,1-1 0,0 1 0,0 0 0,1 0 0,0 0 0,-1 0 0,2-1 0,-1 1 0,1 0 0,0 0 0,0 0 0,0 0 0,3-9 0,1 7 0,-1 0 0,1 0 0,1 1 0,10-11 0,9-12 0,-25 29 0,0-1 0,0 1 0,0 0 0,1 0 0,-1-1 0,0 1 0,0 0 0,0-1 0,0 1 0,0 0 0,0 0 0,0-1 0,0 1 0,0 0 0,0-1 0,0 1 0,0 0 0,0 0 0,0-1 0,0 1 0,-1 0 0,1 0 0,0-1 0,0 1 0,0 0 0,0 0 0,0-1 0,-1 1 0,1 0 0,0 0 0,0-1 0,0 1 0,-1 0 0,1 0 0,0 0 0,0 0 0,-1-1 0,1 1 0,0 0 0,0 0 0,-1 0 0,1 0 0,0 0 0,-1 0 0,1 0 0,-23-5 0,21 5 0,1-1 0,-1 1 0,1 0 0,-1 0 0,0 0 0,1 0 0,-1 0 0,1 0 0,-1 0 0,1 0 0,-1 0 0,1 1 0,-1-1 0,1 1 0,-1-1 0,1 1 0,0 0 0,-1-1 0,1 1 0,0 0 0,-1 0 0,1 0 0,-1 1 0,8 23 0,-5-20 0,1 0 0,0-1 0,-1 1 0,0 0 0,0 0 0,-1 0 0,1 0 0,-1 0 0,0 0 0,-1 0 0,1-1 0,-1 1 0,-1 6 0,2-11 0,0 0 0,0 0 0,0 1 0,0-1 0,-1 0 0,1 0 0,0 0 0,0 0 0,0 0 0,0 0 0,0 0 0,0 0 0,0 0 0,-1 0 0,1 0 0,0 1 0,0-1 0,0 0 0,0 0 0,0 0 0,-1 0 0,1 0 0,0 0 0,0 0 0,0 0 0,0 0 0,0 0 0,-1-1 0,1 1 0,0 0 0,0 0 0,0 0 0,0 0 0,0 0 0,-1 0 0,1 0 0,0 0 0,0 0 0,0 0 0,0 0 0,0 0 0,0-1 0,0 1 0,0 0 0,-1 0 0,1 0 0,0 0 0,0 0 0,0 0 0,0-1 0,0 1 0,0 0 0,0 0 0,-6-14 0,0-14 0,6 26 0,0 0 0,0 0 0,0 0 0,0 1 0,0-1 0,0 0 0,0 0 0,1 0 0,-1 1 0,1-1 0,-1 0 0,1 0 0,0 1 0,0-1 0,-1 1 0,1-1 0,0 0 0,0 1 0,1 0 0,1-3 0,-2 3 0,1 1 0,-1-1 0,0 1 0,1-1 0,-1 1 0,1-1 0,-1 1 0,1 0 0,-1 0 0,1 0 0,0 0 0,-1 0 0,1 0 0,-1 0 0,1 0 0,-1 1 0,1-1 0,-1 1 0,2 0 0,3 1 0,0 1 0,0 0 0,-1 0 0,1 1 0,-1-1 0,0 1 0,0 0 0,0 1 0,0-1 0,5 8 0,15 35 0,-19-35 0,0 0 0,1 0 0,0 0 0,14 16 0,-19-26 0,0 0 0,0 0 0,0 0 0,0 0 0,0 0 0,1-1 0,-1 1 0,1-1 0,-1 0 0,1 0 0,-1 0 0,1 0 0,0 0 0,-1 0 0,1-1 0,0 1 0,0-1 0,0 0 0,-1 1 0,1-1 0,0-1 0,0 1 0,0 0 0,-1-1 0,1 1 0,0-1 0,2-1 0,-2 0 0,0 1 0,-1-1 0,1 0 0,-1 0 0,0 0 0,1 0 0,-1 0 0,0 0 0,0-1 0,0 1 0,-1-1 0,1 1 0,0-1 0,-1 0 0,0 0 0,0 1 0,0-1 0,0 0 0,0 0 0,0 0 0,-1 0 0,0-1 0,1 1 0,-1 0 0,0 0 0,0 0 0,-1-3 0,0-6 0,0 0 0,-1 0 0,0 1 0,-1-1 0,-7-19 0,7 25 0,-1 0 0,0 1 0,0-1 0,0 1 0,-1 0 0,0 0 0,0 1 0,0 0 0,0-1 0,-1 2 0,1-1 0,-1 1 0,-7-4 0,3 3 0,0-1 0,0 1 0,0 1 0,0-1 0,0 2 0,-1 0 0,-16-2 0,22 4 0,1 0 0,-1 1 0,1 0 0,-1 0 0,1 0 0,-1 0 0,1 0 0,0 1 0,0 0 0,0 0 0,0 0 0,0 0 0,0 1 0,0 0 0,1-1 0,-1 1 0,1 1 0,0-1 0,0 0 0,0 1 0,0 0 0,1-1 0,0 1 0,-1 0 0,1 0 0,0 0 0,1 1 0,-1-1 0,0 7 0,-1-2 0,1 0 0,0 0 0,1 0 0,0 1 0,1-1 0,0 0 0,0 0 0,1 1 0,0-1 0,1 0 0,0 0 0,0 0 0,6 14 0,-5-19 0,-1-1 0,1 1 0,0-1 0,0 0 0,0 0 0,0 0 0,1 0 0,-1-1 0,1 1 0,0-1 0,0 0 0,-1 0 0,1 0 0,1-1 0,-1 1 0,0-1 0,0 0 0,0 0 0,1-1 0,-1 1 0,0-1 0,1 0 0,-1 0 0,8-1 0,-5 1 0,0-1 0,-1 1 0,1-1 0,-1-1 0,0 1 0,1-1 0,-1 0 0,0-1 0,0 1 0,0-1 0,0-1 0,0 1 0,-1-1 0,0 0 0,10-8 0,-13 8 0,1-1 0,-1 1 0,1 0 0,-1-1 0,-1 1 0,1-1 0,-1 0 0,0 0 0,0 1 0,0-1 0,0 0 0,-1 0 0,0 0 0,0 0 0,0 0 0,-1 0 0,0 0 0,0 1 0,0-1 0,-3-8 0,3 10 0,0 0 0,0 1 0,-1-1 0,1 1 0,0-1 0,-1 1 0,0 0 0,0 0 0,1-1 0,-1 1 0,-1 0 0,1 0 0,0 1 0,0-1 0,-1 0 0,1 1 0,-1 0 0,1-1 0,-1 1 0,1 0 0,-1 0 0,0 1 0,0-1 0,1 0 0,-1 1 0,0 0 0,0-1 0,0 1 0,0 0 0,1 1 0,-1-1 0,0 0 0,0 1 0,0 0 0,1-1 0,-5 3 0,5-2 0,0 0 0,0 0 0,-1 1 0,1-1 0,0 1 0,0 0 0,1-1 0,-1 1 0,0 0 0,1 0 0,-1 0 0,1 0 0,-1 0 0,1 1 0,0-1 0,0 0 0,0 0 0,0 1 0,1-1 0,-1 1 0,0-1 0,1 1 0,0-1 0,0 1 0,-1-1 0,2 1 0,-1-1 0,0 1 0,0-1 0,1 1 0,-1-1 0,1 1 0,0-1 0,0 1 0,0-1 0,0 0 0,2 3 0,-3-5-3,1 1-1,-1-1 0,0 1 1,1 0-1,-1-1 0,1 1 1,-1 0-1,0 0 0,1-1 1,-1 1-1,0 0 0,0-1 1,0 1-1,0 0 0,0 0 1,0-1-1,0 1 0,0 0 1,0 0-1,0 0 0,0 0 1,-11 1 203,11-2-233,-1 0 0,1 0 0,-1 0 0,1 0 0,-1 0 0,1 0 0,-1 0 0,1 0 0,-1-1 0,1 1 0,-1 0 0,1 0 0,-1 0 0,1-1 0,0 1 0,-1 0 0,1 0 0,-1-1 0,1 1 0,0 0 0,-1-1 0,1 1 0,0-1 0,-1 1 0,1 0 0,0-1 0,0 1 0,-1-1 0,1 1 0,0-1 0,0 1 0,0-1 0,0 1 0,-1-1 0,1 1 0,0-1 0,0 1 0,0-1 0,0 1 0,0-1 0,0 1 0,0-1 0,1 1 0,-1-1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57:02.55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105 169 24575,'-80'-80'0,"79"78"0,0 1 0,-1-1 0,1 0 0,0 1 0,0-1 0,0 0 0,0 0 0,0 1 0,0-1 0,1 0 0,-1 0 0,1 0 0,-1 0 0,1 0 0,0 0 0,-1 0 0,1 0 0,0 0 0,1 0 0,-1 0 0,0 0 0,0 0 0,1 0 0,-1 0 0,1 0 0,1-3 0,-2 5 0,1 1 0,0-1 0,-1 0 0,0 1 0,1-1 0,-1 1 0,1-1 0,-1 0 0,1 1 0,-1-1 0,0 1 0,1-1 0,-1 1 0,0-1 0,0 1 0,1 0 0,-1-1 0,0 1 0,0-1 0,0 1 0,0 0 0,1-1 0,-1 1 0,0-1 0,0 1 0,0 0 0,0-1 0,-1 1 0,1 0 0,3 23 0,-2-7 0,0 36 0,-1-51 0,0 1 0,0 0 0,0-1 0,0 1 0,-1 0 0,0-1 0,1 1 0,-1-1 0,0 1 0,0-1 0,0 1 0,-1-1 0,1 0 0,-3 4 0,4-6 0,0 0 0,0 0 0,0 0 0,-1 0 0,1 0 0,0 1 0,0-1 0,0 0 0,0 0 0,-1 0 0,1 0 0,0 0 0,0 0 0,0 0 0,-1 0 0,1 0 0,0 0 0,0 0 0,0 0 0,-1 0 0,1 0 0,0 0 0,0 0 0,0 0 0,-1 0 0,1 0 0,0 0 0,0 0 0,0 0 0,-1 0 0,1 0 0,0-1 0,0 1 0,0 0 0,0 0 0,-1 0 0,1 0 0,0 0 0,0 0 0,0-1 0,0 1 0,0 0 0,-1 0 0,1 0 0,0-1 0,0 1 0,0 0 0,0 0 0,-5-18 0,4-15 0,2 25 0,2 1 0,-1-1 0,1 1 0,0-1 0,1 1 0,0 0 0,0 0 0,0 1 0,1-1 0,0 1 0,0 0 0,7-6 0,-9 8 0,1 1 0,-1 0 0,1 0 0,0 0 0,0 0 0,0 1 0,0-1 0,0 1 0,1 0 0,-1 0 0,1 1 0,-1-1 0,1 1 0,0 0 0,-1 0 0,1 1 0,0-1 0,0 1 0,-1 0 0,1 1 0,7 0 0,-9 0 7,1 1 0,-1-1-1,0 1 1,1 0 0,-1 0-1,0 0 1,0 0-1,-1 1 1,1-1 0,0 1-1,-1-1 1,0 1 0,1 0-1,-1 0 1,0 0 0,0 0-1,1 4 1,0 0-193,0 0 1,-1 0-1,1 0 0,-1 0 1,-1 0-1,0 0 1,1 13-1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57:06.9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493 246 24563,'0'10'0,"-1"0"0,0-1 0,0 1 0,-1 0 0,0-1 0,0 0 0,-1 1 0,0-1 0,-1 0 0,0 0 0,0-1 0,0 1 0,-1-1 0,-1 0 0,1 0 0,-1 0 0,0 0 0,0-1 0,-1 0 0,0 0 0,0-1 0,-1 0 0,0 0 0,0-1 0,0 1 0,0-1 0,-1-1 0,1 0 0,-1 0 0,0 0 0,0-1 0,-1 0 0,1-1 0,0 0 0,-1 0 0,0-1 0,1 0 0,-1 0 0,1-1 0,-1 0 0,0-1 0,1 0 0,-1 0 0,0-1 0,1 0 0,0 0 0,-1-1 0,1 0 0,0-1 0,0 0 0,1 0 0,-1 0 0,1-1 0,0-1 0,0 1 0,0-1 0,0 0 0,1 0 0,0-1 0,0 0 0,1 0 0,0-1 0,0 0 0,1 0 0,-1 0 0,1 0 0,1-1 0,0 1 0,0-1 0,0 0 0,1 0 0,0-1 0,1 1 0,0 0 0,0-1 0,1 0 0,0 1 0,0-1 0,1 0 0,0 1 0,1-1 0,0 1 0,0-1 0,1 0 0,0 1 0,0 0 0,1-1 0,0 1 0,1 0 0,0 0 0,0 1 0,0-1 0,1 1 0,1 0 0,-1 0 0,1 0 0,0 0 0,0 1 0,1 0 0,0 0 0,0 1 0,1 0 0,0 0 0,0 1 0,0-1 0,0 1 0,1 1 0,-1 0 0,1 0 0,0 0 0,0 1 0,1 0 0,-1 1 0,0 0 0,1 0 0,0 1 0,-1 0 0,1 0 0,0 1 0,-1 0 0,1 1 0,-1 0 0,1 0 0,0 1 0,-1 0 0,0 0 0,1 1 0,-1 0 0,0 1 0,0 0 0,-1 0 0,1 0 0,-1 1 0,0 1 0,0-1 0,0 1 0,0 0 0,-1 0 0,0 1 0,0 0 0,-1 0 0,0 1 0,0 0 0,-1 0 0,1 0 0,-1 0 0,-1 1 0,0-1 0,0 1 0,0 0 0,-1 0 0,0 1 0,-1-1 0,0 0 0,0 1 0,-1 0 0,0-1 0,0 1 0,-1-1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57:06.98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60 263 24575,'-2'0'0,"0"-1"0,-1 0 0,1 0 0,0 0 0,0 0 0,0 0 0,0 0 0,0-1 0,0 1 0,0-1 0,0 1 0,0-1 0,1 0 0,-1 1 0,1-1 0,-1 0 0,1 0 0,0 0 0,-1-1 0,1 1 0,0 0 0,1 0 0,-1-1 0,0 1 0,1 0 0,-1-4 0,-1 1 0,1-1 0,0 1 0,0 0 0,1 0 0,0 0 0,-1 0 0,2-1 0,-1 1 0,1 0 0,0 0 0,0 0 0,0 0 0,3-9 0,1 7 0,-1 0 0,1 0 0,1 1 0,10-11 0,9-12 0,-25 29 0,0-1 0,0 1 0,0 0 0,1 0 0,-1-1 0,0 1 0,0 0 0,0-1 0,0 1 0,0 0 0,0 0 0,0-1 0,0 1 0,0 0 0,0-1 0,0 1 0,0 0 0,0 0 0,0-1 0,0 1 0,-1 0 0,1 0 0,0-1 0,0 1 0,0 0 0,0 0 0,0-1 0,-1 1 0,1 0 0,0 0 0,0-1 0,0 1 0,-1 0 0,1 0 0,0 0 0,0 0 0,-1-1 0,1 1 0,0 0 0,0 0 0,-1 0 0,1 0 0,0 0 0,-1 0 0,1 0 0,-23-5 0,21 5 0,1-1 0,-1 1 0,1 0 0,-1 0 0,0 0 0,1 0 0,-1 0 0,1 0 0,-1 0 0,1 0 0,-1 0 0,1 1 0,-1-1 0,1 1 0,-1-1 0,1 1 0,0 0 0,-1-1 0,1 1 0,0 0 0,-1 0 0,1 0 0,-1 1 0,8 23 0,-5-20 0,1 0 0,0-1 0,-1 1 0,0 0 0,0 0 0,-1 0 0,1 0 0,-1 0 0,0 0 0,-1 0 0,1-1 0,-1 1 0,-1 6 0,2-11 0,0 0 0,0 0 0,0 1 0,0-1 0,-1 0 0,1 0 0,0 0 0,0 0 0,0 0 0,0 0 0,0 0 0,0 0 0,0 0 0,-1 0 0,1 0 0,0 1 0,0-1 0,0 0 0,0 0 0,0 0 0,-1 0 0,1 0 0,0 0 0,0 0 0,0 0 0,0 0 0,0 0 0,-1-1 0,1 1 0,0 0 0,0 0 0,0 0 0,0 0 0,0 0 0,-1 0 0,1 0 0,0 0 0,0 0 0,0 0 0,0 0 0,0 0 0,0-1 0,0 1 0,0 0 0,-1 0 0,1 0 0,0 0 0,0 0 0,0 0 0,0-1 0,0 1 0,0 0 0,0 0 0,-6-14 0,0-14 0,6 26 0,0 0 0,0 0 0,0 0 0,0 1 0,0-1 0,0 0 0,0 0 0,1 0 0,-1 1 0,1-1 0,-1 0 0,1 0 0,0 1 0,0-1 0,-1 1 0,1-1 0,0 0 0,0 1 0,1 0 0,1-3 0,-2 3 0,1 1 0,-1-1 0,0 1 0,1-1 0,-1 1 0,1-1 0,-1 1 0,1 0 0,-1 0 0,1 0 0,0 0 0,-1 0 0,1 0 0,-1 0 0,1 0 0,-1 1 0,1-1 0,-1 1 0,2 0 0,3 1 0,0 1 0,0 0 0,-1 0 0,1 1 0,-1-1 0,0 1 0,0 0 0,0 1 0,0-1 0,5 8 0,15 35 0,-19-35 0,0 0 0,1 0 0,0 0 0,14 16 0,-19-26 0,0 0 0,0 0 0,0 0 0,0 0 0,0 0 0,1-1 0,-1 1 0,1-1 0,-1 0 0,1 0 0,-1 0 0,1 0 0,0 0 0,-1 0 0,1-1 0,0 1 0,0-1 0,0 0 0,-1 1 0,1-1 0,0-1 0,0 1 0,0 0 0,-1-1 0,1 1 0,0-1 0,2-1 0,-2 0 0,0 1 0,-1-1 0,1 0 0,-1 0 0,0 0 0,1 0 0,-1 0 0,0 0 0,0-1 0,0 1 0,-1-1 0,1 1 0,0-1 0,-1 0 0,0 0 0,0 1 0,0-1 0,0 0 0,0 0 0,0 0 0,-1 0 0,0-1 0,1 1 0,-1 0 0,0 0 0,0 0 0,-1-3 0,0-6 0,0 0 0,-1 0 0,0 1 0,-1-1 0,-7-19 0,7 25 0,-1 0 0,0 1 0,0-1 0,0 1 0,-1 0 0,0 0 0,0 1 0,0 0 0,0-1 0,-1 2 0,1-1 0,-1 1 0,-7-4 0,3 3 0,0-1 0,0 1 0,0 1 0,0-1 0,0 2 0,-1 0 0,-16-2 0,22 4 0,1 0 0,-1 1 0,1 0 0,-1 0 0,1 0 0,-1 0 0,1 0 0,0 1 0,0 0 0,0 0 0,0 0 0,0 0 0,0 1 0,0 0 0,1-1 0,-1 1 0,1 1 0,0-1 0,0 0 0,0 1 0,0 0 0,1-1 0,0 1 0,-1 0 0,1 0 0,0 0 0,1 1 0,-1-1 0,0 7 0,-1-2 0,1 0 0,0 0 0,1 0 0,0 1 0,1-1 0,0 0 0,0 0 0,1 1 0,0-1 0,1 0 0,0 0 0,0 0 0,6 14 0,-5-19 0,-1-1 0,1 1 0,0-1 0,0 0 0,0 0 0,0 0 0,1 0 0,-1-1 0,1 1 0,0-1 0,0 0 0,-1 0 0,1 0 0,1-1 0,-1 1 0,0-1 0,0 0 0,0 0 0,1-1 0,-1 1 0,0-1 0,1 0 0,-1 0 0,8-1 0,-5 1 0,0-1 0,-1 1 0,1-1 0,-1-1 0,0 1 0,1-1 0,-1 0 0,0-1 0,0 1 0,0-1 0,0-1 0,0 1 0,-1-1 0,0 0 0,10-8 0,-13 8 0,1-1 0,-1 1 0,1 0 0,-1-1 0,-1 1 0,1-1 0,-1 0 0,0 0 0,0 1 0,0-1 0,0 0 0,-1 0 0,0 0 0,0 0 0,0 0 0,-1 0 0,0 0 0,0 1 0,0-1 0,-3-8 0,3 10 0,0 0 0,0 1 0,-1-1 0,1 1 0,0-1 0,-1 1 0,0 0 0,0 0 0,1-1 0,-1 1 0,-1 0 0,1 0 0,0 1 0,0-1 0,-1 0 0,1 1 0,-1 0 0,1-1 0,-1 1 0,1 0 0,-1 0 0,0 1 0,0-1 0,1 0 0,-1 1 0,0 0 0,0-1 0,0 1 0,0 0 0,1 1 0,-1-1 0,0 0 0,0 1 0,0 0 0,1-1 0,-5 3 0,5-2 0,0 0 0,0 0 0,-1 1 0,1-1 0,0 1 0,0 0 0,1-1 0,-1 1 0,0 0 0,1 0 0,-1 0 0,1 0 0,-1 0 0,1 1 0,0-1 0,0 0 0,0 0 0,0 1 0,1-1 0,-1 1 0,0-1 0,1 1 0,0-1 0,0 1 0,-1-1 0,2 1 0,-1-1 0,0 1 0,0-1 0,1 1 0,-1-1 0,1 1 0,0-1 0,0 1 0,0-1 0,0 0 0,2 3 0,-3-5-3,1 1-1,-1-1 0,0 1 1,1 0-1,-1-1 0,1 1 1,-1 0-1,0 0 0,1-1 1,-1 1-1,0 0 0,0-1 1,0 1-1,0 0 0,0 0 1,0-1-1,0 1 0,0 0 1,0 0-1,0 0 0,0 0 1,-11 1 203,11-2-233,-1 0 0,1 0 0,-1 0 0,1 0 0,-1 0 0,1 0 0,-1 0 0,1 0 0,-1-1 0,1 1 0,-1 0 0,1 0 0,-1 0 0,1-1 0,0 1 0,-1 0 0,1 0 0,-1-1 0,1 1 0,0 0 0,-1-1 0,1 1 0,0-1 0,-1 1 0,1 0 0,0-1 0,0 1 0,-1-1 0,1 1 0,0-1 0,0 1 0,0-1 0,0 1 0,-1-1 0,1 1 0,0-1 0,0 1 0,0-1 0,0 1 0,0-1 0,0 1 0,0-1 0,1 1 0,-1-1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57:06.9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105 169 24575,'-80'-80'0,"79"78"0,0 1 0,-1-1 0,1 0 0,0 1 0,0-1 0,0 0 0,0 0 0,0 1 0,0-1 0,1 0 0,-1 0 0,1 0 0,-1 0 0,1 0 0,0 0 0,-1 0 0,1 0 0,0 0 0,1 0 0,-1 0 0,0 0 0,0 0 0,1 0 0,-1 0 0,1 0 0,1-3 0,-2 5 0,1 1 0,0-1 0,-1 0 0,0 1 0,1-1 0,-1 1 0,1-1 0,-1 0 0,1 1 0,-1-1 0,0 1 0,1-1 0,-1 1 0,0-1 0,0 1 0,1 0 0,-1-1 0,0 1 0,0-1 0,0 1 0,0 0 0,1-1 0,-1 1 0,0-1 0,0 1 0,0 0 0,0-1 0,-1 1 0,1 0 0,3 23 0,-2-7 0,0 36 0,-1-51 0,0 1 0,0 0 0,0-1 0,0 1 0,-1 0 0,0-1 0,1 1 0,-1-1 0,0 1 0,0-1 0,0 1 0,-1-1 0,1 0 0,-3 4 0,4-6 0,0 0 0,0 0 0,0 0 0,-1 0 0,1 0 0,0 1 0,0-1 0,0 0 0,0 0 0,-1 0 0,1 0 0,0 0 0,0 0 0,0 0 0,-1 0 0,1 0 0,0 0 0,0 0 0,0 0 0,-1 0 0,1 0 0,0 0 0,0 0 0,0 0 0,-1 0 0,1 0 0,0 0 0,0 0 0,0 0 0,-1 0 0,1 0 0,0-1 0,0 1 0,0 0 0,0 0 0,-1 0 0,1 0 0,0 0 0,0 0 0,0-1 0,0 1 0,0 0 0,-1 0 0,1 0 0,0-1 0,0 1 0,0 0 0,0 0 0,-5-18 0,4-15 0,2 25 0,2 1 0,-1-1 0,1 1 0,0-1 0,1 1 0,0 0 0,0 0 0,0 1 0,1-1 0,0 1 0,0 0 0,7-6 0,-9 8 0,1 1 0,-1 0 0,1 0 0,0 0 0,0 0 0,0 1 0,0-1 0,0 1 0,1 0 0,-1 0 0,1 1 0,-1-1 0,1 1 0,0 0 0,-1 0 0,1 1 0,0-1 0,0 1 0,-1 0 0,1 1 0,7 0 0,-9 0 7,1 1 0,-1-1-1,0 1 1,1 0 0,-1 0-1,0 0 1,0 0-1,-1 1 1,1-1 0,0 1-1,-1-1 1,0 1 0,1 0-1,-1 0 1,0 0 0,0 0-1,1 4 1,0 0-193,0 0 1,-1 0-1,1 0 0,-1 0 1,-1 0-1,0 0 1,1 13-1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57:17.5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493 247 24563,'0'9'0,"-1"1"0,0-1 0,0 1 0,-1 0 0,0-1 0,0 0 0,-1 1 0,0-1 0,-1 0 0,0 0 0,0-1 0,0 1 0,-1-1 0,-1 0 0,1 0 0,-1 0 0,0 0 0,0-1 0,-1 0 0,0 0 0,0-1 0,-1 0 0,0 0 0,0-1 0,0 1 0,0-1 0,-1-1 0,1 0 0,-1 0 0,0 0 0,0-1 0,-1 0 0,1-1 0,0 0 0,-1 0 0,0-1 0,1 0 0,-1 0 0,1-1 0,-1 0 0,0-1 0,1 0 0,-1 0 0,0-1 0,1 0 0,0 0 0,-1-1 0,1 0 0,0-1 0,0 0 0,1 0 0,-1 0 0,1-1 0,0-1 0,0 1 0,0-1 0,0 0 0,1 0 0,0-1 0,0 0 0,1 0 0,0-1 0,0 0 0,1 0 0,-1 0 0,1 0 0,1-1 0,0 1 0,0-1 0,0 0 0,1 0 0,0-1 0,1 1 0,0 0 0,0-1 0,1 0 0,0 1 0,0-1 0,1 1 0,0-1 0,1 0 0,0 1 0,0-1 0,1 0 0,0 1 0,0 0 0,1-1 0,0 1 0,1 0 0,0 0 0,0 1 0,0-1 0,1 1 0,1 0 0,-1 0 0,1 0 0,0 0 0,0 1 0,1 0 0,0 0 0,0 1 0,1 0 0,0 0 0,0 1 0,0-1 0,0 1 0,1 1 0,-1 0 0,1 0 0,0 0 0,0 1 0,1 0 0,-1 1 0,0 0 0,1 0 0,0 1 0,-1 0 0,1 0 0,0 1 0,-1 0 0,1 1 0,-1 0 0,1 0 0,0 1 0,-1 0 0,0 0 0,1 1 0,-1 0 0,0 1 0,0 0 0,-1 0 0,1 0 0,-1 1 0,0 1 0,0-1 0,0 1 0,0 0 0,-1 0 0,0 1 0,0 0 0,-1 0 0,0 1 0,0 0 0,-1 0 0,1 0 0,-1 0 0,-1 1 0,0-1 0,0 1 0,0 0 0,-1 0 0,0 1 0,-1-1 0,0 0 0,0 1 0,-1 0 0,0-1 0,0 1 0,-1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57:17.56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60 263 24575,'-2'0'0,"0"-1"0,-1 0 0,1 0 0,0 0 0,0 0 0,0 0 0,0 0 0,0-1 0,0 1 0,0-1 0,0 1 0,0-1 0,1 0 0,-1 1 0,1-1 0,-1 0 0,1 0 0,0 0 0,-1-1 0,1 1 0,0 0 0,1 0 0,-1-1 0,0 1 0,1 0 0,-1-4 0,-1 1 0,1-1 0,0 1 0,0 0 0,1 0 0,0 0 0,-1 0 0,2-1 0,-1 1 0,1 0 0,0 0 0,0 0 0,0 0 0,3-9 0,1 7 0,-1 0 0,1 0 0,1 1 0,10-11 0,9-12 0,-25 29 0,0-1 0,0 1 0,0 0 0,1 0 0,-1-1 0,0 1 0,0 0 0,0-1 0,0 1 0,0 0 0,0 0 0,0-1 0,0 1 0,0 0 0,0-1 0,0 1 0,0 0 0,0 0 0,0-1 0,0 1 0,-1 0 0,1 0 0,0-1 0,0 1 0,0 0 0,0 0 0,0-1 0,-1 1 0,1 0 0,0 0 0,0-1 0,0 1 0,-1 0 0,1 0 0,0 0 0,0 0 0,-1-1 0,1 1 0,0 0 0,0 0 0,-1 0 0,1 0 0,0 0 0,-1 0 0,1 0 0,-23-5 0,21 5 0,1-1 0,-1 1 0,1 0 0,-1 0 0,0 0 0,1 0 0,-1 0 0,1 0 0,-1 0 0,1 0 0,-1 0 0,1 1 0,-1-1 0,1 1 0,-1-1 0,1 1 0,0 0 0,-1-1 0,1 1 0,0 0 0,-1 0 0,1 0 0,-1 1 0,8 23 0,-5-20 0,1 0 0,0-1 0,-1 1 0,0 0 0,0 0 0,-1 0 0,1 0 0,-1 0 0,0 0 0,-1 0 0,1-1 0,-1 1 0,-1 6 0,2-11 0,0 0 0,0 0 0,0 1 0,0-1 0,-1 0 0,1 0 0,0 0 0,0 0 0,0 0 0,0 0 0,0 0 0,0 0 0,0 0 0,-1 0 0,1 0 0,0 1 0,0-1 0,0 0 0,0 0 0,0 0 0,-1 0 0,1 0 0,0 0 0,0 0 0,0 0 0,0 0 0,0 0 0,-1-1 0,1 1 0,0 0 0,0 0 0,0 0 0,0 0 0,0 0 0,-1 0 0,1 0 0,0 0 0,0 0 0,0 0 0,0 0 0,0 0 0,0-1 0,0 1 0,0 0 0,-1 0 0,1 0 0,0 0 0,0 0 0,0 0 0,0-1 0,0 1 0,0 0 0,0 0 0,-6-14 0,0-14 0,6 26 0,0 0 0,0 0 0,0 0 0,0 1 0,0-1 0,0 0 0,0 0 0,1 0 0,-1 1 0,1-1 0,-1 0 0,1 0 0,0 1 0,0-1 0,-1 1 0,1-1 0,0 0 0,0 1 0,1 0 0,1-3 0,-2 3 0,1 1 0,-1-1 0,0 1 0,1-1 0,-1 1 0,1-1 0,-1 1 0,1 0 0,-1 0 0,1 0 0,0 0 0,-1 0 0,1 0 0,-1 0 0,1 0 0,-1 1 0,1-1 0,-1 1 0,2 0 0,3 1 0,0 1 0,0 0 0,-1 0 0,1 1 0,-1-1 0,0 1 0,0 0 0,0 1 0,0-1 0,5 8 0,15 35 0,-19-35 0,0 0 0,1 0 0,0 0 0,14 16 0,-19-26 0,0 0 0,0 0 0,0 0 0,0 0 0,0 0 0,1-1 0,-1 1 0,1-1 0,-1 0 0,1 0 0,-1 0 0,1 0 0,0 0 0,-1 0 0,1-1 0,0 1 0,0-1 0,0 0 0,-1 1 0,1-1 0,0-1 0,0 1 0,0 0 0,-1-1 0,1 1 0,0-1 0,2-1 0,-2 0 0,0 1 0,-1-1 0,1 0 0,-1 0 0,0 0 0,1 0 0,-1 0 0,0 0 0,0-1 0,0 1 0,-1-1 0,1 1 0,0-1 0,-1 0 0,0 0 0,0 1 0,0-1 0,0 0 0,0 0 0,0 0 0,-1 0 0,0-1 0,1 1 0,-1 0 0,0 0 0,0 0 0,-1-3 0,0-6 0,0 0 0,-1 0 0,0 1 0,-1-1 0,-7-19 0,7 25 0,-1 0 0,0 1 0,0-1 0,0 1 0,-1 0 0,0 0 0,0 1 0,0 0 0,0-1 0,-1 2 0,1-1 0,-1 1 0,-7-4 0,3 3 0,0-1 0,0 1 0,0 1 0,0-1 0,0 2 0,-1 0 0,-16-2 0,22 4 0,1 0 0,-1 1 0,1 0 0,-1 0 0,1 0 0,-1 0 0,1 0 0,0 1 0,0 0 0,0 0 0,0 0 0,0 0 0,0 1 0,0 0 0,1-1 0,-1 1 0,1 1 0,0-1 0,0 0 0,0 1 0,0 0 0,1-1 0,0 1 0,-1 0 0,1 0 0,0 0 0,1 1 0,-1-1 0,0 7 0,-1-2 0,1 0 0,0 0 0,1 0 0,0 1 0,1-1 0,0 0 0,0 0 0,1 1 0,0-1 0,1 0 0,0 0 0,0 0 0,6 14 0,-5-19 0,-1-1 0,1 1 0,0-1 0,0 0 0,0 0 0,0 0 0,1 0 0,-1-1 0,1 1 0,0-1 0,0 0 0,-1 0 0,1 0 0,1-1 0,-1 1 0,0-1 0,0 0 0,0 0 0,1-1 0,-1 1 0,0-1 0,1 0 0,-1 0 0,8-1 0,-5 1 0,0-1 0,-1 1 0,1-1 0,-1-1 0,0 1 0,1-1 0,-1 0 0,0-1 0,0 1 0,0-1 0,0-1 0,0 1 0,-1-1 0,0 0 0,10-8 0,-13 8 0,1-1 0,-1 1 0,1 0 0,-1-1 0,-1 1 0,1-1 0,-1 0 0,0 0 0,0 1 0,0-1 0,0 0 0,-1 0 0,0 0 0,0 0 0,0 0 0,-1 0 0,0 0 0,0 1 0,0-1 0,-3-8 0,3 10 0,0 0 0,0 1 0,-1-1 0,1 1 0,0-1 0,-1 1 0,0 0 0,0 0 0,1-1 0,-1 1 0,-1 0 0,1 0 0,0 1 0,0-1 0,-1 0 0,1 1 0,-1 0 0,1-1 0,-1 1 0,1 0 0,-1 0 0,0 1 0,0-1 0,1 0 0,-1 1 0,0 0 0,0-1 0,0 1 0,0 0 0,1 1 0,-1-1 0,0 0 0,0 1 0,0 0 0,1-1 0,-5 3 0,5-2 0,0 0 0,0 0 0,-1 1 0,1-1 0,0 1 0,0 0 0,1-1 0,-1 1 0,0 0 0,1 0 0,-1 0 0,1 0 0,-1 0 0,1 1 0,0-1 0,0 0 0,0 0 0,0 1 0,1-1 0,-1 1 0,0-1 0,1 1 0,0-1 0,0 1 0,-1-1 0,2 1 0,-1-1 0,0 1 0,0-1 0,1 1 0,-1-1 0,1 1 0,0-1 0,0 1 0,0-1 0,0 0 0,2 3 0,-3-5-3,1 1-1,-1-1 0,0 1 1,1 0-1,-1-1 0,1 1 1,-1 0-1,0 0 0,1-1 1,-1 1-1,0 0 0,0-1 1,0 1-1,0 0 0,0 0 1,0-1-1,0 1 0,0 0 1,0 0-1,0 0 0,0 0 1,-11 1 203,11-2-233,-1 0 0,1 0 0,-1 0 0,1 0 0,-1 0 0,1 0 0,-1 0 0,1 0 0,-1-1 0,1 1 0,-1 0 0,1 0 0,-1 0 0,1-1 0,0 1 0,-1 0 0,1 0 0,-1-1 0,1 1 0,0 0 0,-1-1 0,1 1 0,0-1 0,-1 1 0,1 0 0,0-1 0,0 1 0,-1-1 0,1 1 0,0-1 0,0 1 0,0-1 0,0 1 0,-1-1 0,1 1 0,0-1 0,0 1 0,0-1 0,0 1 0,0-1 0,0 1 0,0-1 0,1 1 0,-1-1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57:17.56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105 169 24575,'-80'-80'0,"79"78"0,0 1 0,-1-1 0,1 0 0,0 1 0,0-1 0,0 0 0,0 0 0,0 1 0,0-1 0,1 0 0,-1 0 0,1 0 0,-1 0 0,1 0 0,0 0 0,-1 0 0,1 0 0,0 0 0,1 0 0,-1 0 0,0 0 0,0 0 0,1 0 0,-1 0 0,1 0 0,1-3 0,-2 5 0,1 1 0,0-1 0,-1 0 0,0 1 0,1-1 0,-1 1 0,1-1 0,-1 0 0,1 1 0,-1-1 0,0 1 0,1-1 0,-1 1 0,0-1 0,0 1 0,1 0 0,-1-1 0,0 1 0,0-1 0,0 1 0,0 0 0,1-1 0,-1 1 0,0-1 0,0 1 0,0 0 0,0-1 0,-1 1 0,1 0 0,3 23 0,-2-7 0,0 36 0,-1-51 0,0 1 0,0 0 0,0-1 0,0 1 0,-1 0 0,0-1 0,1 1 0,-1-1 0,0 1 0,0-1 0,0 1 0,-1-1 0,1 0 0,-3 4 0,4-6 0,0 0 0,0 0 0,0 0 0,-1 0 0,1 0 0,0 1 0,0-1 0,0 0 0,0 0 0,-1 0 0,1 0 0,0 0 0,0 0 0,0 0 0,-1 0 0,1 0 0,0 0 0,0 0 0,0 0 0,-1 0 0,1 0 0,0 0 0,0 0 0,0 0 0,-1 0 0,1 0 0,0 0 0,0 0 0,0 0 0,-1 0 0,1 0 0,0-1 0,0 1 0,0 0 0,0 0 0,-1 0 0,1 0 0,0 0 0,0 0 0,0-1 0,0 1 0,0 0 0,-1 0 0,1 0 0,0-1 0,0 1 0,0 0 0,0 0 0,-5-18 0,4-15 0,2 25 0,2 1 0,-1-1 0,1 1 0,0-1 0,1 1 0,0 0 0,0 0 0,0 1 0,1-1 0,0 1 0,0 0 0,7-6 0,-9 8 0,1 1 0,-1 0 0,1 0 0,0 0 0,0 0 0,0 1 0,0-1 0,0 1 0,1 0 0,-1 0 0,1 1 0,-1-1 0,1 1 0,0 0 0,-1 0 0,1 1 0,0-1 0,0 1 0,-1 0 0,1 1 0,7 0 0,-9 0 7,1 1 0,-1-1-1,0 1 1,1 0 0,-1 0-1,0 0 1,0 0-1,-1 1 1,1-1 0,0 1-1,-1-1 1,0 1 0,1 0-1,-1 0 1,0 0 0,0 0-1,1 4 1,0 0-193,0 0 1,-1 0-1,1 0 0,-1 0 1,-1 0-1,0 0 1,1 13-1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57:25.2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493 247 24563,'0'9'0,"-1"1"0,0-1 0,0 1 0,-1 0 0,0-1 0,0 0 0,-1 1 0,0-1 0,-1 0 0,0 0 0,0-1 0,0 1 0,-1-1 0,-1 0 0,1 0 0,-1 0 0,0 0 0,0-1 0,-1 0 0,0 0 0,0-1 0,-1 0 0,0 0 0,0-1 0,0 1 0,0-1 0,-1-1 0,1 0 0,-1 0 0,0 0 0,0-1 0,-1 0 0,1-1 0,0 0 0,-1 0 0,0-1 0,1 0 0,-1 0 0,1-1 0,-1 0 0,0-1 0,1 0 0,-1 0 0,0-1 0,1 0 0,0 0 0,-1-1 0,1 0 0,0-1 0,0 0 0,1 0 0,-1 0 0,1-1 0,0-1 0,0 1 0,0-1 0,0 0 0,1 0 0,0-1 0,0 0 0,1 0 0,0-1 0,0 0 0,1 0 0,-1 0 0,1 0 0,1-1 0,0 1 0,0-1 0,0 0 0,1 0 0,0-1 0,1 1 0,0 0 0,0-1 0,1 0 0,0 1 0,0-1 0,1 1 0,0-1 0,1 0 0,0 1 0,0-1 0,1 0 0,0 1 0,0 0 0,1-1 0,0 1 0,1 0 0,0 0 0,0 1 0,0-1 0,1 1 0,1 0 0,-1 0 0,1 0 0,0 0 0,0 1 0,1 0 0,0 0 0,0 1 0,1 0 0,0 0 0,0 1 0,0-1 0,0 1 0,1 1 0,-1 0 0,1 0 0,0 0 0,0 1 0,1 0 0,-1 1 0,0 0 0,1 0 0,0 1 0,-1 0 0,1 0 0,0 1 0,-1 0 0,1 1 0,-1 0 0,1 0 0,0 1 0,-1 0 0,0 0 0,1 1 0,-1 0 0,0 1 0,0 0 0,-1 0 0,1 0 0,-1 1 0,0 1 0,0-1 0,0 1 0,0 0 0,-1 0 0,0 1 0,0 0 0,-1 0 0,0 1 0,0 0 0,-1 0 0,1 0 0,-1 0 0,-1 1 0,0-1 0,0 1 0,0 0 0,-1 0 0,0 1 0,-1-1 0,0 0 0,0 1 0,-1 0 0,0-1 0,0 1 0,-1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57:25.22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60 263 24575,'-2'0'0,"0"-1"0,-1 0 0,1 0 0,0 0 0,0 0 0,0 0 0,0 0 0,0-1 0,0 1 0,0-1 0,0 1 0,0-1 0,1 0 0,-1 1 0,1-1 0,-1 0 0,1 0 0,0 0 0,-1-1 0,1 1 0,0 0 0,1 0 0,-1-1 0,0 1 0,1 0 0,-1-4 0,-1 1 0,1-1 0,0 1 0,0 0 0,1 0 0,0 0 0,-1 0 0,2-1 0,-1 1 0,1 0 0,0 0 0,0 0 0,0 0 0,3-9 0,1 7 0,-1 0 0,1 0 0,1 1 0,10-11 0,9-12 0,-25 29 0,0-1 0,0 1 0,0 0 0,1 0 0,-1-1 0,0 1 0,0 0 0,0-1 0,0 1 0,0 0 0,0 0 0,0-1 0,0 1 0,0 0 0,0-1 0,0 1 0,0 0 0,0 0 0,0-1 0,0 1 0,-1 0 0,1 0 0,0-1 0,0 1 0,0 0 0,0 0 0,0-1 0,-1 1 0,1 0 0,0 0 0,0-1 0,0 1 0,-1 0 0,1 0 0,0 0 0,0 0 0,-1-1 0,1 1 0,0 0 0,0 0 0,-1 0 0,1 0 0,0 0 0,-1 0 0,1 0 0,-23-5 0,21 5 0,1-1 0,-1 1 0,1 0 0,-1 0 0,0 0 0,1 0 0,-1 0 0,1 0 0,-1 0 0,1 0 0,-1 0 0,1 1 0,-1-1 0,1 1 0,-1-1 0,1 1 0,0 0 0,-1-1 0,1 1 0,0 0 0,-1 0 0,1 0 0,-1 1 0,8 23 0,-5-20 0,1 0 0,0-1 0,-1 1 0,0 0 0,0 0 0,-1 0 0,1 0 0,-1 0 0,0 0 0,-1 0 0,1-1 0,-1 1 0,-1 6 0,2-11 0,0 0 0,0 0 0,0 1 0,0-1 0,-1 0 0,1 0 0,0 0 0,0 0 0,0 0 0,0 0 0,0 0 0,0 0 0,0 0 0,-1 0 0,1 0 0,0 1 0,0-1 0,0 0 0,0 0 0,0 0 0,-1 0 0,1 0 0,0 0 0,0 0 0,0 0 0,0 0 0,0 0 0,-1-1 0,1 1 0,0 0 0,0 0 0,0 0 0,0 0 0,0 0 0,-1 0 0,1 0 0,0 0 0,0 0 0,0 0 0,0 0 0,0 0 0,0-1 0,0 1 0,0 0 0,-1 0 0,1 0 0,0 0 0,0 0 0,0 0 0,0-1 0,0 1 0,0 0 0,0 0 0,-6-14 0,0-14 0,6 26 0,0 0 0,0 0 0,0 0 0,0 1 0,0-1 0,0 0 0,0 0 0,1 0 0,-1 1 0,1-1 0,-1 0 0,1 0 0,0 1 0,0-1 0,-1 1 0,1-1 0,0 0 0,0 1 0,1 0 0,1-3 0,-2 3 0,1 1 0,-1-1 0,0 1 0,1-1 0,-1 1 0,1-1 0,-1 1 0,1 0 0,-1 0 0,1 0 0,0 0 0,-1 0 0,1 0 0,-1 0 0,1 0 0,-1 1 0,1-1 0,-1 1 0,2 0 0,3 1 0,0 1 0,0 0 0,-1 0 0,1 1 0,-1-1 0,0 1 0,0 0 0,0 1 0,0-1 0,5 8 0,15 35 0,-19-35 0,0 0 0,1 0 0,0 0 0,14 16 0,-19-26 0,0 0 0,0 0 0,0 0 0,0 0 0,0 0 0,1-1 0,-1 1 0,1-1 0,-1 0 0,1 0 0,-1 0 0,1 0 0,0 0 0,-1 0 0,1-1 0,0 1 0,0-1 0,0 0 0,-1 1 0,1-1 0,0-1 0,0 1 0,0 0 0,-1-1 0,1 1 0,0-1 0,2-1 0,-2 0 0,0 1 0,-1-1 0,1 0 0,-1 0 0,0 0 0,1 0 0,-1 0 0,0 0 0,0-1 0,0 1 0,-1-1 0,1 1 0,0-1 0,-1 0 0,0 0 0,0 1 0,0-1 0,0 0 0,0 0 0,0 0 0,-1 0 0,0-1 0,1 1 0,-1 0 0,0 0 0,0 0 0,-1-3 0,0-6 0,0 0 0,-1 0 0,0 1 0,-1-1 0,-7-19 0,7 25 0,-1 0 0,0 1 0,0-1 0,0 1 0,-1 0 0,0 0 0,0 1 0,0 0 0,0-1 0,-1 2 0,1-1 0,-1 1 0,-7-4 0,3 3 0,0-1 0,0 1 0,0 1 0,0-1 0,0 2 0,-1 0 0,-16-2 0,22 4 0,1 0 0,-1 1 0,1 0 0,-1 0 0,1 0 0,-1 0 0,1 0 0,0 1 0,0 0 0,0 0 0,0 0 0,0 0 0,0 1 0,0 0 0,1-1 0,-1 1 0,1 1 0,0-1 0,0 0 0,0 1 0,0 0 0,1-1 0,0 1 0,-1 0 0,1 0 0,0 0 0,1 1 0,-1-1 0,0 7 0,-1-2 0,1 0 0,0 0 0,1 0 0,0 1 0,1-1 0,0 0 0,0 0 0,1 1 0,0-1 0,1 0 0,0 0 0,0 0 0,6 14 0,-5-19 0,-1-1 0,1 1 0,0-1 0,0 0 0,0 0 0,0 0 0,1 0 0,-1-1 0,1 1 0,0-1 0,0 0 0,-1 0 0,1 0 0,1-1 0,-1 1 0,0-1 0,0 0 0,0 0 0,1-1 0,-1 1 0,0-1 0,1 0 0,-1 0 0,8-1 0,-5 1 0,0-1 0,-1 1 0,1-1 0,-1-1 0,0 1 0,1-1 0,-1 0 0,0-1 0,0 1 0,0-1 0,0-1 0,0 1 0,-1-1 0,0 0 0,10-8 0,-13 8 0,1-1 0,-1 1 0,1 0 0,-1-1 0,-1 1 0,1-1 0,-1 0 0,0 0 0,0 1 0,0-1 0,0 0 0,-1 0 0,0 0 0,0 0 0,0 0 0,-1 0 0,0 0 0,0 1 0,0-1 0,-3-8 0,3 10 0,0 0 0,0 1 0,-1-1 0,1 1 0,0-1 0,-1 1 0,0 0 0,0 0 0,1-1 0,-1 1 0,-1 0 0,1 0 0,0 1 0,0-1 0,-1 0 0,1 1 0,-1 0 0,1-1 0,-1 1 0,1 0 0,-1 0 0,0 1 0,0-1 0,1 0 0,-1 1 0,0 0 0,0-1 0,0 1 0,0 0 0,1 1 0,-1-1 0,0 0 0,0 1 0,0 0 0,1-1 0,-5 3 0,5-2 0,0 0 0,0 0 0,-1 1 0,1-1 0,0 1 0,0 0 0,1-1 0,-1 1 0,0 0 0,1 0 0,-1 0 0,1 0 0,-1 0 0,1 1 0,0-1 0,0 0 0,0 0 0,0 1 0,1-1 0,-1 1 0,0-1 0,1 1 0,0-1 0,0 1 0,-1-1 0,2 1 0,-1-1 0,0 1 0,0-1 0,1 1 0,-1-1 0,1 1 0,0-1 0,0 1 0,0-1 0,0 0 0,2 3 0,-3-5-3,1 1-1,-1-1 0,0 1 1,1 0-1,-1-1 0,1 1 1,-1 0-1,0 0 0,1-1 1,-1 1-1,0 0 0,0-1 1,0 1-1,0 0 0,0 0 1,0-1-1,0 1 0,0 0 1,0 0-1,0 0 0,0 0 1,-11 1 203,11-2-233,-1 0 0,1 0 0,-1 0 0,1 0 0,-1 0 0,1 0 0,-1 0 0,1 0 0,-1-1 0,1 1 0,-1 0 0,1 0 0,-1 0 0,1-1 0,0 1 0,-1 0 0,1 0 0,-1-1 0,1 1 0,0 0 0,-1-1 0,1 1 0,0-1 0,-1 1 0,1 0 0,0-1 0,0 1 0,-1-1 0,1 1 0,0-1 0,0 1 0,0-1 0,0 1 0,-1-1 0,1 1 0,0-1 0,0 1 0,0-1 0,0 1 0,0-1 0,0 1 0,0-1 0,1 1 0,-1-1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9:57:25.2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105 169 24575,'-80'-80'0,"79"78"0,0 1 0,-1-1 0,1 0 0,0 1 0,0-1 0,0 0 0,0 0 0,0 1 0,0-1 0,1 0 0,-1 0 0,1 0 0,-1 0 0,1 0 0,0 0 0,-1 0 0,1 0 0,0 0 0,1 0 0,-1 0 0,0 0 0,0 0 0,1 0 0,-1 0 0,1 0 0,1-3 0,-2 5 0,1 1 0,0-1 0,-1 0 0,0 1 0,1-1 0,-1 1 0,1-1 0,-1 0 0,1 1 0,-1-1 0,0 1 0,1-1 0,-1 1 0,0-1 0,0 1 0,1 0 0,-1-1 0,0 1 0,0-1 0,0 1 0,0 0 0,1-1 0,-1 1 0,0-1 0,0 1 0,0 0 0,0-1 0,-1 1 0,1 0 0,3 23 0,-2-7 0,0 36 0,-1-51 0,0 1 0,0 0 0,0-1 0,0 1 0,-1 0 0,0-1 0,1 1 0,-1-1 0,0 1 0,0-1 0,0 1 0,-1-1 0,1 0 0,-3 4 0,4-6 0,0 0 0,0 0 0,0 0 0,-1 0 0,1 0 0,0 1 0,0-1 0,0 0 0,0 0 0,-1 0 0,1 0 0,0 0 0,0 0 0,0 0 0,-1 0 0,1 0 0,0 0 0,0 0 0,0 0 0,-1 0 0,1 0 0,0 0 0,0 0 0,0 0 0,-1 0 0,1 0 0,0 0 0,0 0 0,0 0 0,-1 0 0,1 0 0,0-1 0,0 1 0,0 0 0,0 0 0,-1 0 0,1 0 0,0 0 0,0 0 0,0-1 0,0 1 0,0 0 0,-1 0 0,1 0 0,0-1 0,0 1 0,0 0 0,0 0 0,-5-18 0,4-15 0,2 25 0,2 1 0,-1-1 0,1 1 0,0-1 0,1 1 0,0 0 0,0 0 0,0 1 0,1-1 0,0 1 0,0 0 0,7-6 0,-9 8 0,1 1 0,-1 0 0,1 0 0,0 0 0,0 0 0,0 1 0,0-1 0,0 1 0,1 0 0,-1 0 0,1 1 0,-1-1 0,1 1 0,0 0 0,-1 0 0,1 1 0,0-1 0,0 1 0,-1 0 0,1 1 0,7 0 0,-9 0 7,1 1 0,-1-1-1,0 1 1,1 0 0,-1 0-1,0 0 1,0 0-1,-1 1 1,1-1 0,0 1-1,-1-1 1,0 1 0,1 0-1,-1 0 1,0 0 0,0 0-1,1 4 1,0 0-193,0 0 1,-1 0-1,1 0 0,-1 0 1,-1 0-1,0 0 1,1 13-1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3:42.5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602 300 24565,'0'12'0,"-1"0"0,0 0 0,-1 0 0,0-1 0,0 1 0,-1-1 0,-1 0 0,0 1 0,0-2 0,-1 1 0,0 0 0,0-1 0,-1 1 0,-1-2 0,1 1 0,-2 0 0,1-1 0,-1-1 0,0 1 0,-1-1 0,0 0 0,0-1 0,0 1 0,-1-2 0,0 1 0,0-1 0,0-1 0,-1 0 0,0 0 0,0-1 0,0 0 0,0 0 0,-1-1 0,1-1 0,-1 0 0,0 0 0,1-1 0,-1 0 0,0-1 0,0 0 0,0-1 0,1 0 0,-1-1 0,0 0 0,1 0 0,-1-1 0,1-1 0,0 0 0,0 0 0,0-1 0,0 0 0,1 0 0,0-1 0,0-1 0,0 1 0,1-2 0,0 1 0,0-1 0,0 0 0,1-1 0,0 1 0,1-1 0,-1-1 0,2 0 0,-1 1 0,1-2 0,1 1 0,0-1 0,0 0 0,1 1 0,0-2 0,0 1 0,1 0 0,1-1 0,0 1 0,0-1 0,1 0 0,0 0 0,1 0 0,0 1 0,1-1 0,0 0 0,1 0 0,0 1 0,0-1 0,1 1 0,1 0 0,0-1 0,0 2 0,1-1 0,0 0 0,0 1 0,1-1 0,1 2 0,-1-1 0,2 0 0,-1 1 0,1 1 0,0-1 0,1 1 0,0 0 0,0 1 0,0-1 0,1 2 0,0-1 0,0 1 0,0 1 0,1 0 0,0 0 0,0 1 0,0 0 0,0 0 0,1 1 0,-1 1 0,1 0 0,0 0 0,-1 1 0,1 0 0,0 1 0,0 0 0,0 1 0,-1 0 0,1 1 0,0 0 0,-1 0 0,1 1 0,-1 1 0,0 0 0,0 0 0,0 1 0,0 0 0,-1 0 0,0 1 0,0 1 0,0-1 0,-1 2 0,0-1 0,0 1 0,0 0 0,-1 1 0,0-1 0,-1 1 0,1 1 0,-2 0 0,1-1 0,-1 2 0,-1-1 0,0 1 0,0 0 0,-1-1 0,0 2 0,0-1 0,-1 0 0,-1 1 0,0-1 0,0 1 0,-1 0 0,0 0 0,-1-1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3:54.909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7 160 24575,'0'0'0,"-1"0"0,1 0 0,0 0 0,0 0 0,-1 0 0,1 0 0,0 0 0,0 0 0,-1 0 0,1 0 0,0 0 0,0 0 0,0 0 0,-1 1 0,1-1 0,0 0 0,0 0 0,0 0 0,-1 0 0,1 1 0,0-1 0,0 0 0,0 0 0,0 0 0,0 1 0,-1-1 0,1 0 0,0 0 0,0 0 0,0 1 0,0-1 0,0 0 0,0 0 0,0 1 0,0-1 0,0 0 0,0 0 0,0 1 0,0-1 0,0 0 0,0 1 0,5 15 0,10 11 0,-6-17 0,0 0 0,1-1 0,1 0 0,0 0 0,0-1 0,0-1 0,1 0 0,0 0 0,0-1 0,1-1 0,0 0 0,0-1 0,0 0 0,23 3 0,-32-7 0,-1 0 0,1-1 0,-1 0 0,0 1 0,0-1 0,1 0 0,-1-1 0,0 1 0,0-1 0,0 1 0,0-1 0,-1 0 0,1 0 0,0 0 0,-1 0 0,1 0 0,-1-1 0,0 1 0,0-1 0,0 0 0,0 0 0,2-3 0,7-10 0,-1-1 0,11-25 0,-18 35 0,-1 1 0,0 0 0,-1-1 0,0 0 0,0 1 0,0-1 0,-1 0 0,0 1 0,0-1 0,0 0 0,-1 0 0,-3-12 0,3 15 0,0 0 0,0 0 0,-1 0 0,0 0 0,1 0 0,-1 0 0,0 1 0,-1-1 0,1 1 0,-1-1 0,1 1 0,-1 0 0,0 0 0,0 0 0,0 0 0,-1 0 0,1 1 0,-1 0 0,1-1 0,-8-2 0,-7-1 0,0 0 0,-1 1 0,1 1 0,-1 1 0,-35-1 0,50 4 0,1-1 0,0 2 0,0-1 0,0 0 0,0 0 0,0 1 0,0 0 0,0-1 0,0 1 0,0 1 0,1-1 0,-1 0 0,0 1 0,0-1 0,1 1 0,-1 0 0,1-1 0,0 1 0,-4 5 0,5-5 0,0 0 0,0 0 0,0 0 0,1 0 0,-1 0 0,1 0 0,0 0 0,0 1 0,-1-1 0,2 0 0,-1 0 0,0 0 0,0 1 0,1-1 0,-1 0 0,1 0 0,-1 0 0,1 0 0,0 0 0,0 0 0,0 0 0,0 0 0,0 0 0,1 0 0,-1 0 0,0-1 0,1 1 0,2 2 0,3 4 0,1-1 0,1 1 0,-1-1 0,1 0 0,0-1 0,1 0 0,-1-1 0,1 0 0,0 0 0,0-1 0,1 0 0,19 4 0,-29-8 0,0 0 0,0 0 0,0 0 0,-1 0 0,1 0 0,0-1 0,0 1 0,-1 0 0,1 0 0,0-1 0,0 1 0,-1 0 0,1-1 0,0 1 0,-1-1 0,1 1 0,0-1 0,-1 1 0,1-1 0,-1 1 0,1-1 0,-1 1 0,1-1 0,-1 0 0,0 1 0,1-2 0,8-28 0,-8 22 0,-1-1 0,0 1 0,0 0 0,0 0 0,-3-9 0,3 16 0,0 0 0,0 0 0,0 0 0,0 0 0,-1 0 0,1 0 0,-1 0 0,1 0 0,-1 0 0,1 0 0,-1 0 0,1 0 0,-1 0 0,0 0 0,1 1 0,-1-1 0,0 0 0,0 0 0,1 1 0,-1-1 0,0 1 0,0-1 0,0 1 0,0-1 0,0 1 0,0-1 0,0 1 0,0 0 0,0 0 0,0-1 0,0 1 0,0 0 0,0 0 0,0 0 0,0 0 0,0 0 0,0 0 0,-1 1 0,1-1 0,0 0 0,0 0 0,0 1 0,0-1 0,1 1 0,-1-1 0,0 1 0,-2 0 0,1 1 0,-1 0 0,1-1 0,0 1 0,-1 0 0,1 0 0,0 0 0,0 0 0,0 0 0,1 1 0,-1-1 0,0 1 0,1-1 0,0 1 0,0-1 0,-1 1 0,0 5 0,1-3 14,0 0-1,1 0 0,-1 0 0,1 0 1,0 0-1,1-1 0,-1 1 1,3 9-1,-3-13-68,1 1 0,1 0 0,-1-1 0,0 0 0,0 1 0,0-1 0,1 0 0,-1 1 0,1-1 0,-1 0 0,1 0 0,-1 0 0,1 0 0,0-1 0,-1 1 0,1 0 0,0-1 0,0 1 0,-1-1 0,1 1 0,0-1 0,0 0 0,0 0 0,0 0 0,0 0 0,2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04.3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493 247 24563,'0'9'0,"-1"1"0,0-1 0,0 1 0,-1 0 0,0-1 0,0 0 0,-1 1 0,0-1 0,-1 0 0,0 0 0,0-1 0,0 1 0,-1-1 0,-1 0 0,1 0 0,-1 0 0,0 0 0,0-1 0,-1 0 0,0 0 0,0-1 0,-1 0 0,0 0 0,0-1 0,0 1 0,0-1 0,-1-1 0,1 0 0,-1 0 0,0 0 0,0-1 0,-1 0 0,1-1 0,0 0 0,-1 0 0,0-1 0,1 0 0,-1 0 0,1-1 0,-1 0 0,0-1 0,1 0 0,-1 0 0,0-1 0,1 0 0,0 0 0,-1-1 0,1 0 0,0-1 0,0 0 0,1 0 0,-1 0 0,1-1 0,0-1 0,0 1 0,0-1 0,0 0 0,1 0 0,0-1 0,0 0 0,1 0 0,0-1 0,0 0 0,1 0 0,-1 0 0,1 0 0,1-1 0,0 1 0,0-1 0,0 0 0,1 0 0,0-1 0,1 1 0,0 0 0,0-1 0,1 0 0,0 1 0,0-1 0,1 1 0,0-1 0,1 0 0,0 1 0,0-1 0,1 0 0,0 1 0,0 0 0,1-1 0,0 1 0,1 0 0,0 0 0,0 1 0,0-1 0,1 1 0,1 0 0,-1 0 0,1 0 0,0 0 0,0 1 0,1 0 0,0 0 0,0 1 0,1 0 0,0 0 0,0 1 0,0-1 0,0 1 0,1 1 0,-1 0 0,1 0 0,0 0 0,0 1 0,1 0 0,-1 1 0,0 0 0,1 0 0,0 1 0,-1 0 0,1 0 0,0 1 0,-1 0 0,1 1 0,-1 0 0,1 0 0,0 1 0,-1 0 0,0 0 0,1 1 0,-1 0 0,0 1 0,0 0 0,-1 0 0,1 0 0,-1 1 0,0 1 0,0-1 0,0 1 0,0 0 0,-1 0 0,0 1 0,0 0 0,-1 0 0,0 1 0,0 0 0,-1 0 0,1 0 0,-1 0 0,-1 1 0,0-1 0,0 1 0,0 0 0,-1 0 0,0 1 0,-1-1 0,0 0 0,0 1 0,-1 0 0,0-1 0,0 1 0,-1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04.3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60 263 24575,'-2'0'0,"0"-1"0,-1 0 0,1 0 0,0 0 0,0 0 0,0 0 0,0 0 0,0-1 0,0 1 0,0-1 0,0 1 0,0-1 0,1 0 0,-1 1 0,1-1 0,-1 0 0,1 0 0,0 0 0,-1-1 0,1 1 0,0 0 0,1 0 0,-1-1 0,0 1 0,1 0 0,-1-4 0,-1 1 0,1-1 0,0 1 0,0 0 0,1 0 0,0 0 0,-1 0 0,2-1 0,-1 1 0,1 0 0,0 0 0,0 0 0,0 0 0,3-9 0,1 7 0,-1 0 0,1 0 0,1 1 0,10-11 0,9-12 0,-25 29 0,0-1 0,0 1 0,0 0 0,1 0 0,-1-1 0,0 1 0,0 0 0,0-1 0,0 1 0,0 0 0,0 0 0,0-1 0,0 1 0,0 0 0,0-1 0,0 1 0,0 0 0,0 0 0,0-1 0,0 1 0,-1 0 0,1 0 0,0-1 0,0 1 0,0 0 0,0 0 0,0-1 0,-1 1 0,1 0 0,0 0 0,0-1 0,0 1 0,-1 0 0,1 0 0,0 0 0,0 0 0,-1-1 0,1 1 0,0 0 0,0 0 0,-1 0 0,1 0 0,0 0 0,-1 0 0,1 0 0,-23-5 0,21 5 0,1-1 0,-1 1 0,1 0 0,-1 0 0,0 0 0,1 0 0,-1 0 0,1 0 0,-1 0 0,1 0 0,-1 0 0,1 1 0,-1-1 0,1 1 0,-1-1 0,1 1 0,0 0 0,-1-1 0,1 1 0,0 0 0,-1 0 0,1 0 0,-1 1 0,8 23 0,-5-20 0,1 0 0,0-1 0,-1 1 0,0 0 0,0 0 0,-1 0 0,1 0 0,-1 0 0,0 0 0,-1 0 0,1-1 0,-1 1 0,-1 6 0,2-11 0,0 0 0,0 0 0,0 1 0,0-1 0,-1 0 0,1 0 0,0 0 0,0 0 0,0 0 0,0 0 0,0 0 0,0 0 0,0 0 0,-1 0 0,1 0 0,0 1 0,0-1 0,0 0 0,0 0 0,0 0 0,-1 0 0,1 0 0,0 0 0,0 0 0,0 0 0,0 0 0,0 0 0,-1-1 0,1 1 0,0 0 0,0 0 0,0 0 0,0 0 0,0 0 0,-1 0 0,1 0 0,0 0 0,0 0 0,0 0 0,0 0 0,0 0 0,0-1 0,0 1 0,0 0 0,-1 0 0,1 0 0,0 0 0,0 0 0,0 0 0,0-1 0,0 1 0,0 0 0,0 0 0,-6-14 0,0-14 0,6 26 0,0 0 0,0 0 0,0 0 0,0 1 0,0-1 0,0 0 0,0 0 0,1 0 0,-1 1 0,1-1 0,-1 0 0,1 0 0,0 1 0,0-1 0,-1 1 0,1-1 0,0 0 0,0 1 0,1 0 0,1-3 0,-2 3 0,1 1 0,-1-1 0,0 1 0,1-1 0,-1 1 0,1-1 0,-1 1 0,1 0 0,-1 0 0,1 0 0,0 0 0,-1 0 0,1 0 0,-1 0 0,1 0 0,-1 1 0,1-1 0,-1 1 0,2 0 0,3 1 0,0 1 0,0 0 0,-1 0 0,1 1 0,-1-1 0,0 1 0,0 0 0,0 1 0,0-1 0,5 8 0,15 35 0,-19-35 0,0 0 0,1 0 0,0 0 0,14 16 0,-19-26 0,0 0 0,0 0 0,0 0 0,0 0 0,0 0 0,1-1 0,-1 1 0,1-1 0,-1 0 0,1 0 0,-1 0 0,1 0 0,0 0 0,-1 0 0,1-1 0,0 1 0,0-1 0,0 0 0,-1 1 0,1-1 0,0-1 0,0 1 0,0 0 0,-1-1 0,1 1 0,0-1 0,2-1 0,-2 0 0,0 1 0,-1-1 0,1 0 0,-1 0 0,0 0 0,1 0 0,-1 0 0,0 0 0,0-1 0,0 1 0,-1-1 0,1 1 0,0-1 0,-1 0 0,0 0 0,0 1 0,0-1 0,0 0 0,0 0 0,0 0 0,-1 0 0,0-1 0,1 1 0,-1 0 0,0 0 0,0 0 0,-1-3 0,0-6 0,0 0 0,-1 0 0,0 1 0,-1-1 0,-7-19 0,7 25 0,-1 0 0,0 1 0,0-1 0,0 1 0,-1 0 0,0 0 0,0 1 0,0 0 0,0-1 0,-1 2 0,1-1 0,-1 1 0,-7-4 0,3 3 0,0-1 0,0 1 0,0 1 0,0-1 0,0 2 0,-1 0 0,-16-2 0,22 4 0,1 0 0,-1 1 0,1 0 0,-1 0 0,1 0 0,-1 0 0,1 0 0,0 1 0,0 0 0,0 0 0,0 0 0,0 0 0,0 1 0,0 0 0,1-1 0,-1 1 0,1 1 0,0-1 0,0 0 0,0 1 0,0 0 0,1-1 0,0 1 0,-1 0 0,1 0 0,0 0 0,1 1 0,-1-1 0,0 7 0,-1-2 0,1 0 0,0 0 0,1 0 0,0 1 0,1-1 0,0 0 0,0 0 0,1 1 0,0-1 0,1 0 0,0 0 0,0 0 0,6 14 0,-5-19 0,-1-1 0,1 1 0,0-1 0,0 0 0,0 0 0,0 0 0,1 0 0,-1-1 0,1 1 0,0-1 0,0 0 0,-1 0 0,1 0 0,1-1 0,-1 1 0,0-1 0,0 0 0,0 0 0,1-1 0,-1 1 0,0-1 0,1 0 0,-1 0 0,8-1 0,-5 1 0,0-1 0,-1 1 0,1-1 0,-1-1 0,0 1 0,1-1 0,-1 0 0,0-1 0,0 1 0,0-1 0,0-1 0,0 1 0,-1-1 0,0 0 0,10-8 0,-13 8 0,1-1 0,-1 1 0,1 0 0,-1-1 0,-1 1 0,1-1 0,-1 0 0,0 0 0,0 1 0,0-1 0,0 0 0,-1 0 0,0 0 0,0 0 0,0 0 0,-1 0 0,0 0 0,0 1 0,0-1 0,-3-8 0,3 10 0,0 0 0,0 1 0,-1-1 0,1 1 0,0-1 0,-1 1 0,0 0 0,0 0 0,1-1 0,-1 1 0,-1 0 0,1 0 0,0 1 0,0-1 0,-1 0 0,1 1 0,-1 0 0,1-1 0,-1 1 0,1 0 0,-1 0 0,0 1 0,0-1 0,1 0 0,-1 1 0,0 0 0,0-1 0,0 1 0,0 0 0,1 1 0,-1-1 0,0 0 0,0 1 0,0 0 0,1-1 0,-5 3 0,5-2 0,0 0 0,0 0 0,-1 1 0,1-1 0,0 1 0,0 0 0,1-1 0,-1 1 0,0 0 0,1 0 0,-1 0 0,1 0 0,-1 0 0,1 1 0,0-1 0,0 0 0,0 0 0,0 1 0,1-1 0,-1 1 0,0-1 0,1 1 0,0-1 0,0 1 0,-1-1 0,2 1 0,-1-1 0,0 1 0,0-1 0,1 1 0,-1-1 0,1 1 0,0-1 0,0 1 0,0-1 0,0 0 0,2 3 0,-3-5-3,1 1-1,-1-1 0,0 1 1,1 0-1,-1-1 0,1 1 1,-1 0-1,0 0 0,1-1 1,-1 1-1,0 0 0,0-1 1,0 1-1,0 0 0,0 0 1,0-1-1,0 1 0,0 0 1,0 0-1,0 0 0,0 0 1,-11 1 203,11-2-233,-1 0 0,1 0 0,-1 0 0,1 0 0,-1 0 0,1 0 0,-1 0 0,1 0 0,-1-1 0,1 1 0,-1 0 0,1 0 0,-1 0 0,1-1 0,0 1 0,-1 0 0,1 0 0,-1-1 0,1 1 0,0 0 0,-1-1 0,1 1 0,0-1 0,-1 1 0,1 0 0,0-1 0,0 1 0,-1-1 0,1 1 0,0-1 0,0 1 0,0-1 0,0 1 0,-1-1 0,1 1 0,0-1 0,0 1 0,0-1 0,0 1 0,0-1 0,0 1 0,0-1 0,1 1 0,-1-1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04.3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105 169 24575,'-80'-80'0,"79"78"0,0 1 0,-1-1 0,1 0 0,0 1 0,0-1 0,0 0 0,0 0 0,0 1 0,0-1 0,1 0 0,-1 0 0,1 0 0,-1 0 0,1 0 0,0 0 0,-1 0 0,1 0 0,0 0 0,1 0 0,-1 0 0,0 0 0,0 0 0,1 0 0,-1 0 0,1 0 0,1-3 0,-2 5 0,1 1 0,0-1 0,-1 0 0,0 1 0,1-1 0,-1 1 0,1-1 0,-1 0 0,1 1 0,-1-1 0,0 1 0,1-1 0,-1 1 0,0-1 0,0 1 0,1 0 0,-1-1 0,0 1 0,0-1 0,0 1 0,0 0 0,1-1 0,-1 1 0,0-1 0,0 1 0,0 0 0,0-1 0,-1 1 0,1 0 0,3 23 0,-2-7 0,0 36 0,-1-51 0,0 1 0,0 0 0,0-1 0,0 1 0,-1 0 0,0-1 0,1 1 0,-1-1 0,0 1 0,0-1 0,0 1 0,-1-1 0,1 0 0,-3 4 0,4-6 0,0 0 0,0 0 0,0 0 0,-1 0 0,1 0 0,0 1 0,0-1 0,0 0 0,0 0 0,-1 0 0,1 0 0,0 0 0,0 0 0,0 0 0,-1 0 0,1 0 0,0 0 0,0 0 0,0 0 0,-1 0 0,1 0 0,0 0 0,0 0 0,0 0 0,-1 0 0,1 0 0,0 0 0,0 0 0,0 0 0,-1 0 0,1 0 0,0-1 0,0 1 0,0 0 0,0 0 0,-1 0 0,1 0 0,0 0 0,0 0 0,0-1 0,0 1 0,0 0 0,-1 0 0,1 0 0,0-1 0,0 1 0,0 0 0,0 0 0,-5-18 0,4-15 0,2 25 0,2 1 0,-1-1 0,1 1 0,0-1 0,1 1 0,0 0 0,0 0 0,0 1 0,1-1 0,0 1 0,0 0 0,7-6 0,-9 8 0,1 1 0,-1 0 0,1 0 0,0 0 0,0 0 0,0 1 0,0-1 0,0 1 0,1 0 0,-1 0 0,1 1 0,-1-1 0,1 1 0,0 0 0,-1 0 0,1 1 0,0-1 0,0 1 0,-1 0 0,1 1 0,7 0 0,-9 0 7,1 1 0,-1-1-1,0 1 1,1 0 0,-1 0-1,0 0 1,0 0-1,-1 1 1,1-1 0,0 1-1,-1-1 1,0 1 0,1 0-1,-1 0 1,0 0 0,0 0-1,1 4 1,0 0-193,0 0 1,-1 0-1,1 0 0,-1 0 1,-1 0-1,0 0 1,1 13-1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04.3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602 300 24565,'0'12'0,"-1"0"0,0 0 0,-1 0 0,0-1 0,0 1 0,-1-1 0,-1 0 0,0 1 0,0-2 0,-1 1 0,0 0 0,0-1 0,-1 1 0,-1-2 0,1 1 0,-2 0 0,1-1 0,-1-1 0,0 1 0,-1-1 0,0 0 0,0-1 0,0 1 0,-1-2 0,0 1 0,0-1 0,0-1 0,-1 0 0,0 0 0,0-1 0,0 0 0,0 0 0,-1-1 0,1-1 0,-1 0 0,0 0 0,1-1 0,-1 0 0,0-1 0,0 0 0,0-1 0,1 0 0,-1-1 0,0 0 0,1 0 0,-1-1 0,1-1 0,0 0 0,0 0 0,0-1 0,0 0 0,1 0 0,0-1 0,0-1 0,0 1 0,1-2 0,0 1 0,0-1 0,0 0 0,1-1 0,0 1 0,1-1 0,-1-1 0,2 0 0,-1 1 0,1-2 0,1 1 0,0-1 0,0 0 0,1 1 0,0-2 0,0 1 0,1 0 0,1-1 0,0 1 0,0-1 0,1 0 0,0 0 0,1 0 0,0 1 0,1-1 0,0 0 0,1 0 0,0 1 0,0-1 0,1 1 0,1 0 0,0-1 0,0 2 0,1-1 0,0 0 0,0 1 0,1-1 0,1 2 0,-1-1 0,2 0 0,-1 1 0,1 1 0,0-1 0,1 1 0,0 0 0,0 1 0,0-1 0,1 2 0,0-1 0,0 1 0,0 1 0,1 0 0,0 0 0,0 1 0,0 0 0,0 0 0,1 1 0,-1 1 0,1 0 0,0 0 0,-1 1 0,1 0 0,0 1 0,0 0 0,0 1 0,-1 0 0,1 1 0,0 0 0,-1 0 0,1 1 0,-1 1 0,0 0 0,0 0 0,0 1 0,0 0 0,-1 0 0,0 1 0,0 1 0,0-1 0,-1 2 0,0-1 0,0 1 0,0 0 0,-1 1 0,0-1 0,-1 1 0,1 1 0,-2 0 0,1-1 0,-1 2 0,-1-1 0,0 1 0,0 0 0,-1-1 0,0 2 0,0-1 0,-1 0 0,-1 1 0,0-1 0,0 1 0,-1 0 0,0 0 0,-1-1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04.337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7 160 24575,'0'0'0,"-1"0"0,1 0 0,0 0 0,0 0 0,-1 0 0,1 0 0,0 0 0,0 0 0,-1 0 0,1 0 0,0 0 0,0 0 0,0 0 0,-1 1 0,1-1 0,0 0 0,0 0 0,0 0 0,-1 0 0,1 1 0,0-1 0,0 0 0,0 0 0,0 0 0,0 1 0,-1-1 0,1 0 0,0 0 0,0 0 0,0 1 0,0-1 0,0 0 0,0 0 0,0 1 0,0-1 0,0 0 0,0 0 0,0 1 0,0-1 0,0 0 0,0 1 0,5 15 0,10 11 0,-6-17 0,0 0 0,1-1 0,1 0 0,0 0 0,0-1 0,0-1 0,1 0 0,0 0 0,0-1 0,1-1 0,0 0 0,0-1 0,0 0 0,23 3 0,-32-7 0,-1 0 0,1-1 0,-1 0 0,0 1 0,0-1 0,1 0 0,-1-1 0,0 1 0,0-1 0,0 1 0,0-1 0,-1 0 0,1 0 0,0 0 0,-1 0 0,1 0 0,-1-1 0,0 1 0,0-1 0,0 0 0,0 0 0,2-3 0,7-10 0,-1-1 0,11-25 0,-18 35 0,-1 1 0,0 0 0,-1-1 0,0 0 0,0 1 0,0-1 0,-1 0 0,0 1 0,0-1 0,0 0 0,-1 0 0,-3-12 0,3 15 0,0 0 0,0 0 0,-1 0 0,0 0 0,1 0 0,-1 0 0,0 1 0,-1-1 0,1 1 0,-1-1 0,1 1 0,-1 0 0,0 0 0,0 0 0,0 0 0,-1 0 0,1 1 0,-1 0 0,1-1 0,-8-2 0,-7-1 0,0 0 0,-1 1 0,1 1 0,-1 1 0,-35-1 0,50 4 0,1-1 0,0 2 0,0-1 0,0 0 0,0 0 0,0 1 0,0 0 0,0-1 0,0 1 0,0 1 0,1-1 0,-1 0 0,0 1 0,0-1 0,1 1 0,-1 0 0,1-1 0,0 1 0,-4 5 0,5-5 0,0 0 0,0 0 0,0 0 0,1 0 0,-1 0 0,1 0 0,0 0 0,0 1 0,-1-1 0,2 0 0,-1 0 0,0 0 0,0 1 0,1-1 0,-1 0 0,1 0 0,-1 0 0,1 0 0,0 0 0,0 0 0,0 0 0,0 0 0,0 0 0,1 0 0,-1 0 0,0-1 0,1 1 0,2 2 0,3 4 0,1-1 0,1 1 0,-1-1 0,1 0 0,0-1 0,1 0 0,-1-1 0,1 0 0,0 0 0,0-1 0,1 0 0,19 4 0,-29-8 0,0 0 0,0 0 0,0 0 0,-1 0 0,1 0 0,0-1 0,0 1 0,-1 0 0,1 0 0,0-1 0,0 1 0,-1 0 0,1-1 0,0 1 0,-1-1 0,1 1 0,0-1 0,-1 1 0,1-1 0,-1 1 0,1-1 0,-1 1 0,1-1 0,-1 0 0,0 1 0,1-2 0,8-28 0,-8 22 0,-1-1 0,0 1 0,0 0 0,0 0 0,-3-9 0,3 16 0,0 0 0,0 0 0,0 0 0,0 0 0,-1 0 0,1 0 0,-1 0 0,1 0 0,-1 0 0,1 0 0,-1 0 0,1 0 0,-1 0 0,0 0 0,1 1 0,-1-1 0,0 0 0,0 0 0,1 1 0,-1-1 0,0 1 0,0-1 0,0 1 0,0-1 0,0 1 0,0-1 0,0 1 0,0 0 0,0 0 0,0-1 0,0 1 0,0 0 0,0 0 0,0 0 0,0 0 0,0 0 0,0 0 0,-1 1 0,1-1 0,0 0 0,0 0 0,0 1 0,0-1 0,1 1 0,-1-1 0,0 1 0,-2 0 0,1 1 0,-1 0 0,1-1 0,0 1 0,-1 0 0,1 0 0,0 0 0,0 0 0,0 0 0,1 1 0,-1-1 0,0 1 0,1-1 0,0 1 0,0-1 0,-1 1 0,0 5 0,1-3 14,0 0-1,1 0 0,-1 0 0,1 0 1,0 0-1,1-1 0,-1 1 1,3 9-1,-3-13-68,1 1 0,1 0 0,-1-1 0,0 0 0,0 1 0,0-1 0,1 0 0,-1 1 0,1-1 0,-1 0 0,1 0 0,-1 0 0,1 0 0,0-1 0,-1 1 0,1 0 0,0-1 0,0 1 0,-1-1 0,1 1 0,0-1 0,0 0 0,0 0 0,0 0 0,0 0 0,2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12.6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493 246 24563,'0'10'0,"-1"0"0,0-1 0,0 1 0,-1 0 0,0-1 0,0 0 0,-1 1 0,0-1 0,-1 0 0,0 0 0,0-1 0,0 1 0,-1-1 0,-1 0 0,1 0 0,-1 0 0,0 0 0,0-1 0,-1 0 0,0 0 0,0-1 0,-1 0 0,0 0 0,0-1 0,0 1 0,0-1 0,-1-1 0,1 0 0,-1 0 0,0 0 0,0-1 0,-1 0 0,1-1 0,0 0 0,-1 0 0,0-1 0,1 0 0,-1 0 0,1-1 0,-1 0 0,0-1 0,1 0 0,-1 0 0,0-1 0,1 0 0,0 0 0,-1-1 0,1 0 0,0-1 0,0 0 0,1 0 0,-1 0 0,1-1 0,0-1 0,0 1 0,0-1 0,0 0 0,1 0 0,0-1 0,0 0 0,1 0 0,0-1 0,0 0 0,1 0 0,-1 0 0,1 0 0,1-1 0,0 1 0,0-1 0,0 0 0,1 0 0,0-1 0,1 1 0,0 0 0,0-1 0,1 0 0,0 1 0,0-1 0,1 0 0,0 1 0,1-1 0,0 1 0,0-1 0,1 0 0,0 1 0,0 0 0,1-1 0,0 1 0,1 0 0,0 0 0,0 1 0,0-1 0,1 1 0,1 0 0,-1 0 0,1 0 0,0 0 0,0 1 0,1 0 0,0 0 0,0 1 0,1 0 0,0 0 0,0 1 0,0-1 0,0 1 0,1 1 0,-1 0 0,1 0 0,0 0 0,0 1 0,1 0 0,-1 1 0,0 0 0,1 0 0,0 1 0,-1 0 0,1 0 0,0 1 0,-1 0 0,1 1 0,-1 0 0,1 0 0,0 1 0,-1 0 0,0 0 0,1 1 0,-1 0 0,0 1 0,0 0 0,-1 0 0,1 0 0,-1 1 0,0 1 0,0-1 0,0 1 0,0 0 0,-1 0 0,0 1 0,0 0 0,-1 0 0,0 1 0,0 0 0,-1 0 0,1 0 0,-1 0 0,-1 1 0,0-1 0,0 1 0,0 0 0,-1 0 0,0 1 0,-1-1 0,0 0 0,0 1 0,-1 0 0,0-1 0,0 1 0,-1-1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12.6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60 263 24575,'-2'0'0,"0"-1"0,-1 0 0,1 0 0,0 0 0,0 0 0,0 0 0,0 0 0,0-1 0,0 1 0,0-1 0,0 1 0,0-1 0,1 0 0,-1 1 0,1-1 0,-1 0 0,1 0 0,0 0 0,-1-1 0,1 1 0,0 0 0,1 0 0,-1-1 0,0 1 0,1 0 0,-1-4 0,-1 1 0,1-1 0,0 1 0,0 0 0,1 0 0,0 0 0,-1 0 0,2-1 0,-1 1 0,1 0 0,0 0 0,0 0 0,0 0 0,3-9 0,1 7 0,-1 0 0,1 0 0,1 1 0,10-11 0,9-12 0,-25 29 0,0-1 0,0 1 0,0 0 0,1 0 0,-1-1 0,0 1 0,0 0 0,0-1 0,0 1 0,0 0 0,0 0 0,0-1 0,0 1 0,0 0 0,0-1 0,0 1 0,0 0 0,0 0 0,0-1 0,0 1 0,-1 0 0,1 0 0,0-1 0,0 1 0,0 0 0,0 0 0,0-1 0,-1 1 0,1 0 0,0 0 0,0-1 0,0 1 0,-1 0 0,1 0 0,0 0 0,0 0 0,-1-1 0,1 1 0,0 0 0,0 0 0,-1 0 0,1 0 0,0 0 0,-1 0 0,1 0 0,-23-5 0,21 5 0,1-1 0,-1 1 0,1 0 0,-1 0 0,0 0 0,1 0 0,-1 0 0,1 0 0,-1 0 0,1 0 0,-1 0 0,1 1 0,-1-1 0,1 1 0,-1-1 0,1 1 0,0 0 0,-1-1 0,1 1 0,0 0 0,-1 0 0,1 0 0,-1 1 0,8 23 0,-5-20 0,1 0 0,0-1 0,-1 1 0,0 0 0,0 0 0,-1 0 0,1 0 0,-1 0 0,0 0 0,-1 0 0,1-1 0,-1 1 0,-1 6 0,2-11 0,0 0 0,0 0 0,0 1 0,0-1 0,-1 0 0,1 0 0,0 0 0,0 0 0,0 0 0,0 0 0,0 0 0,0 0 0,0 0 0,-1 0 0,1 0 0,0 1 0,0-1 0,0 0 0,0 0 0,0 0 0,-1 0 0,1 0 0,0 0 0,0 0 0,0 0 0,0 0 0,0 0 0,-1-1 0,1 1 0,0 0 0,0 0 0,0 0 0,0 0 0,0 0 0,-1 0 0,1 0 0,0 0 0,0 0 0,0 0 0,0 0 0,0 0 0,0-1 0,0 1 0,0 0 0,-1 0 0,1 0 0,0 0 0,0 0 0,0 0 0,0-1 0,0 1 0,0 0 0,0 0 0,-6-14 0,0-14 0,6 26 0,0 0 0,0 0 0,0 0 0,0 1 0,0-1 0,0 0 0,0 0 0,1 0 0,-1 1 0,1-1 0,-1 0 0,1 0 0,0 1 0,0-1 0,-1 1 0,1-1 0,0 0 0,0 1 0,1 0 0,1-3 0,-2 3 0,1 1 0,-1-1 0,0 1 0,1-1 0,-1 1 0,1-1 0,-1 1 0,1 0 0,-1 0 0,1 0 0,0 0 0,-1 0 0,1 0 0,-1 0 0,1 0 0,-1 1 0,1-1 0,-1 1 0,2 0 0,3 1 0,0 1 0,0 0 0,-1 0 0,1 1 0,-1-1 0,0 1 0,0 0 0,0 1 0,0-1 0,5 8 0,15 35 0,-19-35 0,0 0 0,1 0 0,0 0 0,14 16 0,-19-26 0,0 0 0,0 0 0,0 0 0,0 0 0,0 0 0,1-1 0,-1 1 0,1-1 0,-1 0 0,1 0 0,-1 0 0,1 0 0,0 0 0,-1 0 0,1-1 0,0 1 0,0-1 0,0 0 0,-1 1 0,1-1 0,0-1 0,0 1 0,0 0 0,-1-1 0,1 1 0,0-1 0,2-1 0,-2 0 0,0 1 0,-1-1 0,1 0 0,-1 0 0,0 0 0,1 0 0,-1 0 0,0 0 0,0-1 0,0 1 0,-1-1 0,1 1 0,0-1 0,-1 0 0,0 0 0,0 1 0,0-1 0,0 0 0,0 0 0,0 0 0,-1 0 0,0-1 0,1 1 0,-1 0 0,0 0 0,0 0 0,-1-3 0,0-6 0,0 0 0,-1 0 0,0 1 0,-1-1 0,-7-19 0,7 25 0,-1 0 0,0 1 0,0-1 0,0 1 0,-1 0 0,0 0 0,0 1 0,0 0 0,0-1 0,-1 2 0,1-1 0,-1 1 0,-7-4 0,3 3 0,0-1 0,0 1 0,0 1 0,0-1 0,0 2 0,-1 0 0,-16-2 0,22 4 0,1 0 0,-1 1 0,1 0 0,-1 0 0,1 0 0,-1 0 0,1 0 0,0 1 0,0 0 0,0 0 0,0 0 0,0 0 0,0 1 0,0 0 0,1-1 0,-1 1 0,1 1 0,0-1 0,0 0 0,0 1 0,0 0 0,1-1 0,0 1 0,-1 0 0,1 0 0,0 0 0,1 1 0,-1-1 0,0 7 0,-1-2 0,1 0 0,0 0 0,1 0 0,0 1 0,1-1 0,0 0 0,0 0 0,1 1 0,0-1 0,1 0 0,0 0 0,0 0 0,6 14 0,-5-19 0,-1-1 0,1 1 0,0-1 0,0 0 0,0 0 0,0 0 0,1 0 0,-1-1 0,1 1 0,0-1 0,0 0 0,-1 0 0,1 0 0,1-1 0,-1 1 0,0-1 0,0 0 0,0 0 0,1-1 0,-1 1 0,0-1 0,1 0 0,-1 0 0,8-1 0,-5 1 0,0-1 0,-1 1 0,1-1 0,-1-1 0,0 1 0,1-1 0,-1 0 0,0-1 0,0 1 0,0-1 0,0-1 0,0 1 0,-1-1 0,0 0 0,10-8 0,-13 8 0,1-1 0,-1 1 0,1 0 0,-1-1 0,-1 1 0,1-1 0,-1 0 0,0 0 0,0 1 0,0-1 0,0 0 0,-1 0 0,0 0 0,0 0 0,0 0 0,-1 0 0,0 0 0,0 1 0,0-1 0,-3-8 0,3 10 0,0 0 0,0 1 0,-1-1 0,1 1 0,0-1 0,-1 1 0,0 0 0,0 0 0,1-1 0,-1 1 0,-1 0 0,1 0 0,0 1 0,0-1 0,-1 0 0,1 1 0,-1 0 0,1-1 0,-1 1 0,1 0 0,-1 0 0,0 1 0,0-1 0,1 0 0,-1 1 0,0 0 0,0-1 0,0 1 0,0 0 0,1 1 0,-1-1 0,0 0 0,0 1 0,0 0 0,1-1 0,-5 3 0,5-2 0,0 0 0,0 0 0,-1 1 0,1-1 0,0 1 0,0 0 0,1-1 0,-1 1 0,0 0 0,1 0 0,-1 0 0,1 0 0,-1 0 0,1 1 0,0-1 0,0 0 0,0 0 0,0 1 0,1-1 0,-1 1 0,0-1 0,1 1 0,0-1 0,0 1 0,-1-1 0,2 1 0,-1-1 0,0 1 0,0-1 0,1 1 0,-1-1 0,1 1 0,0-1 0,0 1 0,0-1 0,0 0 0,2 3 0,-3-5-3,1 1-1,-1-1 0,0 1 1,1 0-1,-1-1 0,1 1 1,-1 0-1,0 0 0,1-1 1,-1 1-1,0 0 0,0-1 1,0 1-1,0 0 0,0 0 1,0-1-1,0 1 0,0 0 1,0 0-1,0 0 0,0 0 1,-11 1 203,11-2-233,-1 0 0,1 0 0,-1 0 0,1 0 0,-1 0 0,1 0 0,-1 0 0,1 0 0,-1-1 0,1 1 0,-1 0 0,1 0 0,-1 0 0,1-1 0,0 1 0,-1 0 0,1 0 0,-1-1 0,1 1 0,0 0 0,-1-1 0,1 1 0,0-1 0,-1 1 0,1 0 0,0-1 0,0 1 0,-1-1 0,1 1 0,0-1 0,0 1 0,0-1 0,0 1 0,-1-1 0,1 1 0,0-1 0,0 1 0,0-1 0,0 1 0,0-1 0,0 1 0,0-1 0,1 1 0,-1-1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12.6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105 169 24575,'-80'-80'0,"79"78"0,0 1 0,-1-1 0,1 0 0,0 1 0,0-1 0,0 0 0,0 0 0,0 1 0,0-1 0,1 0 0,-1 0 0,1 0 0,-1 0 0,1 0 0,0 0 0,-1 0 0,1 0 0,0 0 0,1 0 0,-1 0 0,0 0 0,0 0 0,1 0 0,-1 0 0,1 0 0,1-3 0,-2 5 0,1 1 0,0-1 0,-1 0 0,0 1 0,1-1 0,-1 1 0,1-1 0,-1 0 0,1 1 0,-1-1 0,0 1 0,1-1 0,-1 1 0,0-1 0,0 1 0,1 0 0,-1-1 0,0 1 0,0-1 0,0 1 0,0 0 0,1-1 0,-1 1 0,0-1 0,0 1 0,0 0 0,0-1 0,-1 1 0,1 0 0,3 23 0,-2-7 0,0 36 0,-1-51 0,0 1 0,0 0 0,0-1 0,0 1 0,-1 0 0,0-1 0,1 1 0,-1-1 0,0 1 0,0-1 0,0 1 0,-1-1 0,1 0 0,-3 4 0,4-6 0,0 0 0,0 0 0,0 0 0,-1 0 0,1 0 0,0 1 0,0-1 0,0 0 0,0 0 0,-1 0 0,1 0 0,0 0 0,0 0 0,0 0 0,-1 0 0,1 0 0,0 0 0,0 0 0,0 0 0,-1 0 0,1 0 0,0 0 0,0 0 0,0 0 0,-1 0 0,1 0 0,0 0 0,0 0 0,0 0 0,-1 0 0,1 0 0,0-1 0,0 1 0,0 0 0,0 0 0,-1 0 0,1 0 0,0 0 0,0 0 0,0-1 0,0 1 0,0 0 0,-1 0 0,1 0 0,0-1 0,0 1 0,0 0 0,0 0 0,-5-18 0,4-15 0,2 25 0,2 1 0,-1-1 0,1 1 0,0-1 0,1 1 0,0 0 0,0 0 0,0 1 0,1-1 0,0 1 0,0 0 0,7-6 0,-9 8 0,1 1 0,-1 0 0,1 0 0,0 0 0,0 0 0,0 1 0,0-1 0,0 1 0,1 0 0,-1 0 0,1 1 0,-1-1 0,1 1 0,0 0 0,-1 0 0,1 1 0,0-1 0,0 1 0,-1 0 0,1 1 0,7 0 0,-9 0 7,1 1 0,-1-1-1,0 1 1,1 0 0,-1 0-1,0 0 1,0 0-1,-1 1 1,1-1 0,0 1-1,-1-1 1,0 1 0,1 0-1,-1 0 1,0 0 0,0 0-1,1 4 1,0 0-193,0 0 1,-1 0-1,1 0 0,-1 0 1,-1 0-1,0 0 1,1 13-1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12.6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602 301 24565,'0'11'0,"-1"1"0,0 0 0,-1 0 0,0-1 0,0 1 0,-1-1 0,-1 0 0,0 1 0,0-2 0,-1 1 0,0 0 0,0-1 0,-1 1 0,-1-2 0,1 1 0,-2 0 0,1-1 0,-1-1 0,0 1 0,-1-1 0,0 0 0,0-1 0,0 1 0,-1-2 0,0 1 0,0-1 0,0-1 0,-1 0 0,0 0 0,0-1 0,0 0 0,0 0 0,-1-1 0,1-1 0,-1 0 0,0 0 0,1-1 0,-1 0 0,0-1 0,0 0 0,0-1 0,1 0 0,-1-1 0,0 0 0,1 0 0,-1-1 0,1-1 0,0 0 0,0 0 0,0-1 0,0 0 0,1 0 0,0-1 0,0-1 0,0 1 0,1-2 0,0 1 0,0-1 0,0 0 0,1-1 0,0 1 0,1-1 0,-1-1 0,2 0 0,-1 1 0,1-2 0,1 1 0,0-1 0,0 0 0,1 1 0,0-2 0,0 1 0,1 0 0,1-1 0,0 1 0,0-1 0,1 0 0,0 0 0,1 1 0,0-1 0,1 0 0,0 0 0,1 0 0,0 1 0,0-1 0,1 1 0,1 0 0,0-1 0,0 2 0,1-1 0,0 0 0,0 1 0,1-1 0,1 2 0,-1-1 0,2 0 0,-1 1 0,1 1 0,0-1 0,1 1 0,0 0 0,0 1 0,0-1 0,1 2 0,0-1 0,0 1 0,0 1 0,1 0 0,0 0 0,0 1 0,0 0 0,0 0 0,1 1 0,-1 1 0,1 0 0,0 0 0,-1 1 0,1 0 0,0 1 0,0 0 0,0 1 0,-1 0 0,1 1 0,0 0 0,-1 0 0,1 1 0,-1 1 0,0 0 0,0 0 0,0 1 0,0 0 0,-1 0 0,0 1 0,0 1 0,0-1 0,-1 2 0,0-1 0,0 1 0,0 0 0,-1 1 0,0-1 0,-1 1 0,1 1 0,-2 0 0,1-1 0,-1 2 0,-1-1 0,0 1 0,0 0 0,-1-1 0,0 2 0,0-1 0,-1 0 0,-1 1 0,0-1 0,0 1 0,-1 0 0,0 0 0,-1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12.660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7 160 24575,'0'0'0,"-1"0"0,1 0 0,0 0 0,0 0 0,-1 0 0,1 0 0,0 0 0,0 0 0,-1 0 0,1 0 0,0 0 0,0 0 0,0 0 0,-1 1 0,1-1 0,0 0 0,0 0 0,0 0 0,-1 0 0,1 1 0,0-1 0,0 0 0,0 0 0,0 0 0,0 1 0,-1-1 0,1 0 0,0 0 0,0 0 0,0 1 0,0-1 0,0 0 0,0 0 0,0 1 0,0-1 0,0 0 0,0 0 0,0 1 0,0-1 0,0 0 0,0 1 0,5 15 0,10 11 0,-6-17 0,0 0 0,1-1 0,1 0 0,0 0 0,0-1 0,0-1 0,1 0 0,0 0 0,0-1 0,1-1 0,0 0 0,0-1 0,0 0 0,23 3 0,-32-7 0,-1 0 0,1-1 0,-1 0 0,0 1 0,0-1 0,1 0 0,-1-1 0,0 1 0,0-1 0,0 1 0,0-1 0,-1 0 0,1 0 0,0 0 0,-1 0 0,1 0 0,-1-1 0,0 1 0,0-1 0,0 0 0,0 0 0,2-3 0,7-10 0,-1-1 0,11-25 0,-18 35 0,-1 1 0,0 0 0,-1-1 0,0 0 0,0 1 0,0-1 0,-1 0 0,0 1 0,0-1 0,0 0 0,-1 0 0,-3-12 0,3 15 0,0 0 0,0 0 0,-1 0 0,0 0 0,1 0 0,-1 0 0,0 1 0,-1-1 0,1 1 0,-1-1 0,1 1 0,-1 0 0,0 0 0,0 0 0,0 0 0,-1 0 0,1 1 0,-1 0 0,1-1 0,-8-2 0,-7-1 0,0 0 0,-1 1 0,1 1 0,-1 1 0,-35-1 0,50 4 0,1-1 0,0 2 0,0-1 0,0 0 0,0 0 0,0 1 0,0 0 0,0-1 0,0 1 0,0 1 0,1-1 0,-1 0 0,0 1 0,0-1 0,1 1 0,-1 0 0,1-1 0,0 1 0,-4 5 0,5-5 0,0 0 0,0 0 0,0 0 0,1 0 0,-1 0 0,1 0 0,0 0 0,0 1 0,-1-1 0,2 0 0,-1 0 0,0 0 0,0 1 0,1-1 0,-1 0 0,1 0 0,-1 0 0,1 0 0,0 0 0,0 0 0,0 0 0,0 0 0,0 0 0,1 0 0,-1 0 0,0-1 0,1 1 0,2 2 0,3 4 0,1-1 0,1 1 0,-1-1 0,1 0 0,0-1 0,1 0 0,-1-1 0,1 0 0,0 0 0,0-1 0,1 0 0,19 4 0,-29-8 0,0 0 0,0 0 0,0 0 0,-1 0 0,1 0 0,0-1 0,0 1 0,-1 0 0,1 0 0,0-1 0,0 1 0,-1 0 0,1-1 0,0 1 0,-1-1 0,1 1 0,0-1 0,-1 1 0,1-1 0,-1 1 0,1-1 0,-1 1 0,1-1 0,-1 0 0,0 1 0,1-2 0,8-28 0,-8 22 0,-1-1 0,0 1 0,0 0 0,0 0 0,-3-9 0,3 16 0,0 0 0,0 0 0,0 0 0,0 0 0,-1 0 0,1 0 0,-1 0 0,1 0 0,-1 0 0,1 0 0,-1 0 0,1 0 0,-1 0 0,0 0 0,1 1 0,-1-1 0,0 0 0,0 0 0,1 1 0,-1-1 0,0 1 0,0-1 0,0 1 0,0-1 0,0 1 0,0-1 0,0 1 0,0 0 0,0 0 0,0-1 0,0 1 0,0 0 0,0 0 0,0 0 0,0 0 0,0 0 0,0 0 0,-1 1 0,1-1 0,0 0 0,0 0 0,0 1 0,0-1 0,1 1 0,-1-1 0,0 1 0,-2 0 0,1 1 0,-1 0 0,1-1 0,0 1 0,-1 0 0,1 0 0,0 0 0,0 0 0,0 0 0,1 1 0,-1-1 0,0 1 0,1-1 0,0 1 0,0-1 0,-1 1 0,0 5 0,1-3 14,0 0-1,1 0 0,-1 0 0,1 0 1,0 0-1,1-1 0,-1 1 1,3 9-1,-3-13-68,1 1 0,1 0 0,-1-1 0,0 0 0,0 1 0,0-1 0,1 0 0,-1 1 0,1-1 0,-1 0 0,1 0 0,-1 0 0,1 0 0,0-1 0,-1 1 0,1 0 0,0-1 0,0 1 0,-1-1 0,1 1 0,0-1 0,0 0 0,0 0 0,0 0 0,0 0 0,2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21.5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493 247 24563,'0'9'0,"-1"1"0,0-1 0,0 1 0,-1 0 0,0-1 0,0 0 0,-1 1 0,0-1 0,-1 0 0,0 0 0,0-1 0,0 1 0,-1-1 0,-1 0 0,1 0 0,-1 0 0,0 0 0,0-1 0,-1 0 0,0 0 0,0-1 0,-1 0 0,0 0 0,0-1 0,0 1 0,0-1 0,-1-1 0,1 0 0,-1 0 0,0 0 0,0-1 0,-1 0 0,1-1 0,0 0 0,-1 0 0,0-1 0,1 0 0,-1 0 0,1-1 0,-1 0 0,0-1 0,1 0 0,-1 0 0,0-1 0,1 0 0,0 0 0,-1-1 0,1 0 0,0-1 0,0 0 0,1 0 0,-1 0 0,1-1 0,0-1 0,0 1 0,0-1 0,0 0 0,1 0 0,0-1 0,0 0 0,1 0 0,0-1 0,0 0 0,1 0 0,-1 0 0,1 0 0,1-1 0,0 1 0,0-1 0,0 0 0,1 0 0,0-1 0,1 1 0,0 0 0,0-1 0,1 0 0,0 1 0,0-1 0,1 1 0,0-1 0,1 0 0,0 1 0,0-1 0,1 0 0,0 1 0,0 0 0,1-1 0,0 1 0,1 0 0,0 0 0,0 1 0,0-1 0,1 1 0,1 0 0,-1 0 0,1 0 0,0 0 0,0 1 0,1 0 0,0 0 0,0 1 0,1 0 0,0 0 0,0 1 0,0-1 0,0 1 0,1 1 0,-1 0 0,1 0 0,0 0 0,0 1 0,1 0 0,-1 1 0,0 0 0,1 0 0,0 1 0,-1 0 0,1 0 0,0 1 0,-1 0 0,1 1 0,-1 0 0,1 0 0,0 1 0,-1 0 0,0 0 0,1 1 0,-1 0 0,0 1 0,0 0 0,-1 0 0,1 0 0,-1 1 0,0 1 0,0-1 0,0 1 0,0 0 0,-1 0 0,0 1 0,0 0 0,-1 0 0,0 1 0,0 0 0,-1 0 0,1 0 0,-1 0 0,-1 1 0,0-1 0,0 1 0,0 0 0,-1 0 0,0 1 0,-1-1 0,0 0 0,0 1 0,-1 0 0,0-1 0,0 1 0,-1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21.5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60 263 24575,'-2'0'0,"0"-1"0,-1 0 0,1 0 0,0 0 0,0 0 0,0 0 0,0 0 0,0-1 0,0 1 0,0-1 0,0 1 0,0-1 0,1 0 0,-1 1 0,1-1 0,-1 0 0,1 0 0,0 0 0,-1-1 0,1 1 0,0 0 0,1 0 0,-1-1 0,0 1 0,1 0 0,-1-4 0,-1 1 0,1-1 0,0 1 0,0 0 0,1 0 0,0 0 0,-1 0 0,2-1 0,-1 1 0,1 0 0,0 0 0,0 0 0,0 0 0,3-9 0,1 7 0,-1 0 0,1 0 0,1 1 0,10-11 0,9-12 0,-25 29 0,0-1 0,0 1 0,0 0 0,1 0 0,-1-1 0,0 1 0,0 0 0,0-1 0,0 1 0,0 0 0,0 0 0,0-1 0,0 1 0,0 0 0,0-1 0,0 1 0,0 0 0,0 0 0,0-1 0,0 1 0,-1 0 0,1 0 0,0-1 0,0 1 0,0 0 0,0 0 0,0-1 0,-1 1 0,1 0 0,0 0 0,0-1 0,0 1 0,-1 0 0,1 0 0,0 0 0,0 0 0,-1-1 0,1 1 0,0 0 0,0 0 0,-1 0 0,1 0 0,0 0 0,-1 0 0,1 0 0,-23-5 0,21 5 0,1-1 0,-1 1 0,1 0 0,-1 0 0,0 0 0,1 0 0,-1 0 0,1 0 0,-1 0 0,1 0 0,-1 0 0,1 1 0,-1-1 0,1 1 0,-1-1 0,1 1 0,0 0 0,-1-1 0,1 1 0,0 0 0,-1 0 0,1 0 0,-1 1 0,8 23 0,-5-20 0,1 0 0,0-1 0,-1 1 0,0 0 0,0 0 0,-1 0 0,1 0 0,-1 0 0,0 0 0,-1 0 0,1-1 0,-1 1 0,-1 6 0,2-11 0,0 0 0,0 0 0,0 1 0,0-1 0,-1 0 0,1 0 0,0 0 0,0 0 0,0 0 0,0 0 0,0 0 0,0 0 0,0 0 0,-1 0 0,1 0 0,0 1 0,0-1 0,0 0 0,0 0 0,0 0 0,-1 0 0,1 0 0,0 0 0,0 0 0,0 0 0,0 0 0,0 0 0,-1-1 0,1 1 0,0 0 0,0 0 0,0 0 0,0 0 0,0 0 0,-1 0 0,1 0 0,0 0 0,0 0 0,0 0 0,0 0 0,0 0 0,0-1 0,0 1 0,0 0 0,-1 0 0,1 0 0,0 0 0,0 0 0,0 0 0,0-1 0,0 1 0,0 0 0,0 0 0,-6-14 0,0-14 0,6 26 0,0 0 0,0 0 0,0 0 0,0 1 0,0-1 0,0 0 0,0 0 0,1 0 0,-1 1 0,1-1 0,-1 0 0,1 0 0,0 1 0,0-1 0,-1 1 0,1-1 0,0 0 0,0 1 0,1 0 0,1-3 0,-2 3 0,1 1 0,-1-1 0,0 1 0,1-1 0,-1 1 0,1-1 0,-1 1 0,1 0 0,-1 0 0,1 0 0,0 0 0,-1 0 0,1 0 0,-1 0 0,1 0 0,-1 1 0,1-1 0,-1 1 0,2 0 0,3 1 0,0 1 0,0 0 0,-1 0 0,1 1 0,-1-1 0,0 1 0,0 0 0,0 1 0,0-1 0,5 8 0,15 35 0,-19-35 0,0 0 0,1 0 0,0 0 0,14 16 0,-19-26 0,0 0 0,0 0 0,0 0 0,0 0 0,0 0 0,1-1 0,-1 1 0,1-1 0,-1 0 0,1 0 0,-1 0 0,1 0 0,0 0 0,-1 0 0,1-1 0,0 1 0,0-1 0,0 0 0,-1 1 0,1-1 0,0-1 0,0 1 0,0 0 0,-1-1 0,1 1 0,0-1 0,2-1 0,-2 0 0,0 1 0,-1-1 0,1 0 0,-1 0 0,0 0 0,1 0 0,-1 0 0,0 0 0,0-1 0,0 1 0,-1-1 0,1 1 0,0-1 0,-1 0 0,0 0 0,0 1 0,0-1 0,0 0 0,0 0 0,0 0 0,-1 0 0,0-1 0,1 1 0,-1 0 0,0 0 0,0 0 0,-1-3 0,0-6 0,0 0 0,-1 0 0,0 1 0,-1-1 0,-7-19 0,7 25 0,-1 0 0,0 1 0,0-1 0,0 1 0,-1 0 0,0 0 0,0 1 0,0 0 0,0-1 0,-1 2 0,1-1 0,-1 1 0,-7-4 0,3 3 0,0-1 0,0 1 0,0 1 0,0-1 0,0 2 0,-1 0 0,-16-2 0,22 4 0,1 0 0,-1 1 0,1 0 0,-1 0 0,1 0 0,-1 0 0,1 0 0,0 1 0,0 0 0,0 0 0,0 0 0,0 0 0,0 1 0,0 0 0,1-1 0,-1 1 0,1 1 0,0-1 0,0 0 0,0 1 0,0 0 0,1-1 0,0 1 0,-1 0 0,1 0 0,0 0 0,1 1 0,-1-1 0,0 7 0,-1-2 0,1 0 0,0 0 0,1 0 0,0 1 0,1-1 0,0 0 0,0 0 0,1 1 0,0-1 0,1 0 0,0 0 0,0 0 0,6 14 0,-5-19 0,-1-1 0,1 1 0,0-1 0,0 0 0,0 0 0,0 0 0,1 0 0,-1-1 0,1 1 0,0-1 0,0 0 0,-1 0 0,1 0 0,1-1 0,-1 1 0,0-1 0,0 0 0,0 0 0,1-1 0,-1 1 0,0-1 0,1 0 0,-1 0 0,8-1 0,-5 1 0,0-1 0,-1 1 0,1-1 0,-1-1 0,0 1 0,1-1 0,-1 0 0,0-1 0,0 1 0,0-1 0,0-1 0,0 1 0,-1-1 0,0 0 0,10-8 0,-13 8 0,1-1 0,-1 1 0,1 0 0,-1-1 0,-1 1 0,1-1 0,-1 0 0,0 0 0,0 1 0,0-1 0,0 0 0,-1 0 0,0 0 0,0 0 0,0 0 0,-1 0 0,0 0 0,0 1 0,0-1 0,-3-8 0,3 10 0,0 0 0,0 1 0,-1-1 0,1 1 0,0-1 0,-1 1 0,0 0 0,0 0 0,1-1 0,-1 1 0,-1 0 0,1 0 0,0 1 0,0-1 0,-1 0 0,1 1 0,-1 0 0,1-1 0,-1 1 0,1 0 0,-1 0 0,0 1 0,0-1 0,1 0 0,-1 1 0,0 0 0,0-1 0,0 1 0,0 0 0,1 1 0,-1-1 0,0 0 0,0 1 0,0 0 0,1-1 0,-5 3 0,5-2 0,0 0 0,0 0 0,-1 1 0,1-1 0,0 1 0,0 0 0,1-1 0,-1 1 0,0 0 0,1 0 0,-1 0 0,1 0 0,-1 0 0,1 1 0,0-1 0,0 0 0,0 0 0,0 1 0,1-1 0,-1 1 0,0-1 0,1 1 0,0-1 0,0 1 0,-1-1 0,2 1 0,-1-1 0,0 1 0,0-1 0,1 1 0,-1-1 0,1 1 0,0-1 0,0 1 0,0-1 0,0 0 0,2 3 0,-3-5-3,1 1-1,-1-1 0,0 1 1,1 0-1,-1-1 0,1 1 1,-1 0-1,0 0 0,1-1 1,-1 1-1,0 0 0,0-1 1,0 1-1,0 0 0,0 0 1,0-1-1,0 1 0,0 0 1,0 0-1,0 0 0,0 0 1,-11 1 203,11-2-233,-1 0 0,1 0 0,-1 0 0,1 0 0,-1 0 0,1 0 0,-1 0 0,1 0 0,-1-1 0,1 1 0,-1 0 0,1 0 0,-1 0 0,1-1 0,0 1 0,-1 0 0,1 0 0,-1-1 0,1 1 0,0 0 0,-1-1 0,1 1 0,0-1 0,-1 1 0,1 0 0,0-1 0,0 1 0,-1-1 0,1 1 0,0-1 0,0 1 0,0-1 0,0 1 0,-1-1 0,1 1 0,0-1 0,0 1 0,0-1 0,0 1 0,0-1 0,0 1 0,0-1 0,1 1 0,-1-1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21.5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105 169 24575,'-80'-80'0,"79"78"0,0 1 0,-1-1 0,1 0 0,0 1 0,0-1 0,0 0 0,0 0 0,0 1 0,0-1 0,1 0 0,-1 0 0,1 0 0,-1 0 0,1 0 0,0 0 0,-1 0 0,1 0 0,0 0 0,1 0 0,-1 0 0,0 0 0,0 0 0,1 0 0,-1 0 0,1 0 0,1-3 0,-2 5 0,1 1 0,0-1 0,-1 0 0,0 1 0,1-1 0,-1 1 0,1-1 0,-1 0 0,1 1 0,-1-1 0,0 1 0,1-1 0,-1 1 0,0-1 0,0 1 0,1 0 0,-1-1 0,0 1 0,0-1 0,0 1 0,0 0 0,1-1 0,-1 1 0,0-1 0,0 1 0,0 0 0,0-1 0,-1 1 0,1 0 0,3 23 0,-2-7 0,0 36 0,-1-51 0,0 1 0,0 0 0,0-1 0,0 1 0,-1 0 0,0-1 0,1 1 0,-1-1 0,0 1 0,0-1 0,0 1 0,-1-1 0,1 0 0,-3 4 0,4-6 0,0 0 0,0 0 0,0 0 0,-1 0 0,1 0 0,0 1 0,0-1 0,0 0 0,0 0 0,-1 0 0,1 0 0,0 0 0,0 0 0,0 0 0,-1 0 0,1 0 0,0 0 0,0 0 0,0 0 0,-1 0 0,1 0 0,0 0 0,0 0 0,0 0 0,-1 0 0,1 0 0,0 0 0,0 0 0,0 0 0,-1 0 0,1 0 0,0-1 0,0 1 0,0 0 0,0 0 0,-1 0 0,1 0 0,0 0 0,0 0 0,0-1 0,0 1 0,0 0 0,-1 0 0,1 0 0,0-1 0,0 1 0,0 0 0,0 0 0,-5-18 0,4-15 0,2 25 0,2 1 0,-1-1 0,1 1 0,0-1 0,1 1 0,0 0 0,0 0 0,0 1 0,1-1 0,0 1 0,0 0 0,7-6 0,-9 8 0,1 1 0,-1 0 0,1 0 0,0 0 0,0 0 0,0 1 0,0-1 0,0 1 0,1 0 0,-1 0 0,1 1 0,-1-1 0,1 1 0,0 0 0,-1 0 0,1 1 0,0-1 0,0 1 0,-1 0 0,1 1 0,7 0 0,-9 0 7,1 1 0,-1-1-1,0 1 1,1 0 0,-1 0-1,0 0 1,0 0-1,-1 1 1,1-1 0,0 1-1,-1-1 1,0 1 0,1 0-1,-1 0 1,0 0 0,0 0-1,1 4 1,0 0-193,0 0 1,-1 0-1,1 0 0,-1 0 1,-1 0-1,0 0 1,1 13-1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21.5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602 300 24565,'0'12'0,"-1"0"0,0 0 0,-1 0 0,0-1 0,0 1 0,-1-1 0,-1 0 0,0 1 0,0-2 0,-1 1 0,0 0 0,0-1 0,-1 1 0,-1-2 0,1 1 0,-2 0 0,1-1 0,-1-1 0,0 1 0,-1-1 0,0 0 0,0-1 0,0 1 0,-1-2 0,0 1 0,0-1 0,0-1 0,-1 0 0,0 0 0,0-1 0,0 0 0,0 0 0,-1-1 0,1-1 0,-1 0 0,0 0 0,1-1 0,-1 0 0,0-1 0,0 0 0,0-1 0,1 0 0,-1-1 0,0 0 0,1 0 0,-1-1 0,1-1 0,0 0 0,0 0 0,0-1 0,0 0 0,1 0 0,0-1 0,0-1 0,0 1 0,1-2 0,0 1 0,0-1 0,0 0 0,1-1 0,0 1 0,1-1 0,-1-1 0,2 0 0,-1 1 0,1-2 0,1 1 0,0-1 0,0 0 0,1 1 0,0-2 0,0 1 0,1 0 0,1-1 0,0 1 0,0-1 0,1 0 0,0 0 0,1 0 0,0 1 0,1-1 0,0 0 0,1 0 0,0 1 0,0-1 0,1 1 0,1 0 0,0-1 0,0 2 0,1-1 0,0 0 0,0 1 0,1-1 0,1 2 0,-1-1 0,2 0 0,-1 1 0,1 1 0,0-1 0,1 1 0,0 0 0,0 1 0,0-1 0,1 2 0,0-1 0,0 1 0,0 1 0,1 0 0,0 0 0,0 1 0,0 0 0,0 0 0,1 1 0,-1 1 0,1 0 0,0 0 0,-1 1 0,1 0 0,0 1 0,0 0 0,0 1 0,-1 0 0,1 1 0,0 0 0,-1 0 0,1 1 0,-1 1 0,0 0 0,0 0 0,0 1 0,0 0 0,-1 0 0,0 1 0,0 1 0,0-1 0,-1 2 0,0-1 0,0 1 0,0 0 0,-1 1 0,0-1 0,-1 1 0,1 1 0,-2 0 0,1-1 0,-1 2 0,-1-1 0,0 1 0,0 0 0,-1-1 0,0 2 0,0-1 0,-1 0 0,-1 1 0,0-1 0,0 1 0,-1 0 0,0 0 0,-1-1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21.557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7 160 24575,'0'0'0,"-1"0"0,1 0 0,0 0 0,0 0 0,-1 0 0,1 0 0,0 0 0,0 0 0,-1 0 0,1 0 0,0 0 0,0 0 0,0 0 0,-1 1 0,1-1 0,0 0 0,0 0 0,0 0 0,-1 0 0,1 1 0,0-1 0,0 0 0,0 0 0,0 0 0,0 1 0,-1-1 0,1 0 0,0 0 0,0 0 0,0 1 0,0-1 0,0 0 0,0 0 0,0 1 0,0-1 0,0 0 0,0 0 0,0 1 0,0-1 0,0 0 0,0 1 0,5 15 0,10 11 0,-6-17 0,0 0 0,1-1 0,1 0 0,0 0 0,0-1 0,0-1 0,1 0 0,0 0 0,0-1 0,1-1 0,0 0 0,0-1 0,0 0 0,23 3 0,-32-7 0,-1 0 0,1-1 0,-1 0 0,0 1 0,0-1 0,1 0 0,-1-1 0,0 1 0,0-1 0,0 1 0,0-1 0,-1 0 0,1 0 0,0 0 0,-1 0 0,1 0 0,-1-1 0,0 1 0,0-1 0,0 0 0,0 0 0,2-3 0,7-10 0,-1-1 0,11-25 0,-18 35 0,-1 1 0,0 0 0,-1-1 0,0 0 0,0 1 0,0-1 0,-1 0 0,0 1 0,0-1 0,0 0 0,-1 0 0,-3-12 0,3 15 0,0 0 0,0 0 0,-1 0 0,0 0 0,1 0 0,-1 0 0,0 1 0,-1-1 0,1 1 0,-1-1 0,1 1 0,-1 0 0,0 0 0,0 0 0,0 0 0,-1 0 0,1 1 0,-1 0 0,1-1 0,-8-2 0,-7-1 0,0 0 0,-1 1 0,1 1 0,-1 1 0,-35-1 0,50 4 0,1-1 0,0 2 0,0-1 0,0 0 0,0 0 0,0 1 0,0 0 0,0-1 0,0 1 0,0 1 0,1-1 0,-1 0 0,0 1 0,0-1 0,1 1 0,-1 0 0,1-1 0,0 1 0,-4 5 0,5-5 0,0 0 0,0 0 0,0 0 0,1 0 0,-1 0 0,1 0 0,0 0 0,0 1 0,-1-1 0,2 0 0,-1 0 0,0 0 0,0 1 0,1-1 0,-1 0 0,1 0 0,-1 0 0,1 0 0,0 0 0,0 0 0,0 0 0,0 0 0,0 0 0,1 0 0,-1 0 0,0-1 0,1 1 0,2 2 0,3 4 0,1-1 0,1 1 0,-1-1 0,1 0 0,0-1 0,1 0 0,-1-1 0,1 0 0,0 0 0,0-1 0,1 0 0,19 4 0,-29-8 0,0 0 0,0 0 0,0 0 0,-1 0 0,1 0 0,0-1 0,0 1 0,-1 0 0,1 0 0,0-1 0,0 1 0,-1 0 0,1-1 0,0 1 0,-1-1 0,1 1 0,0-1 0,-1 1 0,1-1 0,-1 1 0,1-1 0,-1 1 0,1-1 0,-1 0 0,0 1 0,1-2 0,8-28 0,-8 22 0,-1-1 0,0 1 0,0 0 0,0 0 0,-3-9 0,3 16 0,0 0 0,0 0 0,0 0 0,0 0 0,-1 0 0,1 0 0,-1 0 0,1 0 0,-1 0 0,1 0 0,-1 0 0,1 0 0,-1 0 0,0 0 0,1 1 0,-1-1 0,0 0 0,0 0 0,1 1 0,-1-1 0,0 1 0,0-1 0,0 1 0,0-1 0,0 1 0,0-1 0,0 1 0,0 0 0,0 0 0,0-1 0,0 1 0,0 0 0,0 0 0,0 0 0,0 0 0,0 0 0,0 0 0,-1 1 0,1-1 0,0 0 0,0 0 0,0 1 0,0-1 0,1 1 0,-1-1 0,0 1 0,-2 0 0,1 1 0,-1 0 0,1-1 0,0 1 0,-1 0 0,1 0 0,0 0 0,0 0 0,0 0 0,1 1 0,-1-1 0,0 1 0,1-1 0,0 1 0,0-1 0,-1 1 0,0 5 0,1-3 14,0 0-1,1 0 0,-1 0 0,1 0 1,0 0-1,1-1 0,-1 1 1,3 9-1,-3-13-68,1 1 0,1 0 0,-1-1 0,0 0 0,0 1 0,0-1 0,1 0 0,-1 1 0,1-1 0,-1 0 0,1 0 0,-1 0 0,1 0 0,0-1 0,-1 1 0,1 0 0,0-1 0,0 1 0,-1-1 0,1 1 0,0-1 0,0 0 0,0 0 0,0 0 0,0 0 0,2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25.8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493 246 24563,'0'10'0,"-1"0"0,0-1 0,0 1 0,-1 0 0,0-1 0,0 0 0,-1 1 0,0-1 0,-1 0 0,0 0 0,0-1 0,0 1 0,-1-1 0,-1 0 0,1 0 0,-1 0 0,0 0 0,0-1 0,-1 0 0,0 0 0,0-1 0,-1 0 0,0 0 0,0-1 0,0 1 0,0-1 0,-1-1 0,1 0 0,-1 0 0,0 0 0,0-1 0,-1 0 0,1-1 0,0 0 0,-1 0 0,0-1 0,1 0 0,-1 0 0,1-1 0,-1 0 0,0-1 0,1 0 0,-1 0 0,0-1 0,1 0 0,0 0 0,-1-1 0,1 0 0,0-1 0,0 0 0,1 0 0,-1 0 0,1-1 0,0-1 0,0 1 0,0-1 0,0 0 0,1 0 0,0-1 0,0 0 0,1 0 0,0-1 0,0 0 0,1 0 0,-1 0 0,1 0 0,1-1 0,0 1 0,0-1 0,0 0 0,1 0 0,0-1 0,1 1 0,0 0 0,0-1 0,1 0 0,0 1 0,0-1 0,1 0 0,0 1 0,1-1 0,0 1 0,0-1 0,1 0 0,0 1 0,0 0 0,1-1 0,0 1 0,1 0 0,0 0 0,0 1 0,0-1 0,1 1 0,1 0 0,-1 0 0,1 0 0,0 0 0,0 1 0,1 0 0,0 0 0,0 1 0,1 0 0,0 0 0,0 1 0,0-1 0,0 1 0,1 1 0,-1 0 0,1 0 0,0 0 0,0 1 0,1 0 0,-1 1 0,0 0 0,1 0 0,0 1 0,-1 0 0,1 0 0,0 1 0,-1 0 0,1 1 0,-1 0 0,1 0 0,0 1 0,-1 0 0,0 0 0,1 1 0,-1 0 0,0 1 0,0 0 0,-1 0 0,1 0 0,-1 1 0,0 1 0,0-1 0,0 1 0,0 0 0,-1 0 0,0 1 0,0 0 0,-1 0 0,0 1 0,0 0 0,-1 0 0,1 0 0,-1 0 0,-1 1 0,0-1 0,0 1 0,0 0 0,-1 0 0,0 1 0,-1-1 0,0 0 0,0 1 0,-1 0 0,0-1 0,0 1 0,-1-1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25.8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60 263 24575,'-2'0'0,"0"-1"0,-1 0 0,1 0 0,0 0 0,0 0 0,0 0 0,0 0 0,0-1 0,0 1 0,0-1 0,0 1 0,0-1 0,1 0 0,-1 1 0,1-1 0,-1 0 0,1 0 0,0 0 0,-1-1 0,1 1 0,0 0 0,1 0 0,-1-1 0,0 1 0,1 0 0,-1-4 0,-1 1 0,1-1 0,0 1 0,0 0 0,1 0 0,0 0 0,-1 0 0,2-1 0,-1 1 0,1 0 0,0 0 0,0 0 0,0 0 0,3-9 0,1 7 0,-1 0 0,1 0 0,1 1 0,10-11 0,9-12 0,-25 29 0,0-1 0,0 1 0,0 0 0,1 0 0,-1-1 0,0 1 0,0 0 0,0-1 0,0 1 0,0 0 0,0 0 0,0-1 0,0 1 0,0 0 0,0-1 0,0 1 0,0 0 0,0 0 0,0-1 0,0 1 0,-1 0 0,1 0 0,0-1 0,0 1 0,0 0 0,0 0 0,0-1 0,-1 1 0,1 0 0,0 0 0,0-1 0,0 1 0,-1 0 0,1 0 0,0 0 0,0 0 0,-1-1 0,1 1 0,0 0 0,0 0 0,-1 0 0,1 0 0,0 0 0,-1 0 0,1 0 0,-23-5 0,21 5 0,1-1 0,-1 1 0,1 0 0,-1 0 0,0 0 0,1 0 0,-1 0 0,1 0 0,-1 0 0,1 0 0,-1 0 0,1 1 0,-1-1 0,1 1 0,-1-1 0,1 1 0,0 0 0,-1-1 0,1 1 0,0 0 0,-1 0 0,1 0 0,-1 1 0,8 23 0,-5-20 0,1 0 0,0-1 0,-1 1 0,0 0 0,0 0 0,-1 0 0,1 0 0,-1 0 0,0 0 0,-1 0 0,1-1 0,-1 1 0,-1 6 0,2-11 0,0 0 0,0 0 0,0 1 0,0-1 0,-1 0 0,1 0 0,0 0 0,0 0 0,0 0 0,0 0 0,0 0 0,0 0 0,0 0 0,-1 0 0,1 0 0,0 1 0,0-1 0,0 0 0,0 0 0,0 0 0,-1 0 0,1 0 0,0 0 0,0 0 0,0 0 0,0 0 0,0 0 0,-1-1 0,1 1 0,0 0 0,0 0 0,0 0 0,0 0 0,0 0 0,-1 0 0,1 0 0,0 0 0,0 0 0,0 0 0,0 0 0,0 0 0,0-1 0,0 1 0,0 0 0,-1 0 0,1 0 0,0 0 0,0 0 0,0 0 0,0-1 0,0 1 0,0 0 0,0 0 0,-6-14 0,0-14 0,6 26 0,0 0 0,0 0 0,0 0 0,0 1 0,0-1 0,0 0 0,0 0 0,1 0 0,-1 1 0,1-1 0,-1 0 0,1 0 0,0 1 0,0-1 0,-1 1 0,1-1 0,0 0 0,0 1 0,1 0 0,1-3 0,-2 3 0,1 1 0,-1-1 0,0 1 0,1-1 0,-1 1 0,1-1 0,-1 1 0,1 0 0,-1 0 0,1 0 0,0 0 0,-1 0 0,1 0 0,-1 0 0,1 0 0,-1 1 0,1-1 0,-1 1 0,2 0 0,3 1 0,0 1 0,0 0 0,-1 0 0,1 1 0,-1-1 0,0 1 0,0 0 0,0 1 0,0-1 0,5 8 0,15 35 0,-19-35 0,0 0 0,1 0 0,0 0 0,14 16 0,-19-26 0,0 0 0,0 0 0,0 0 0,0 0 0,0 0 0,1-1 0,-1 1 0,1-1 0,-1 0 0,1 0 0,-1 0 0,1 0 0,0 0 0,-1 0 0,1-1 0,0 1 0,0-1 0,0 0 0,-1 1 0,1-1 0,0-1 0,0 1 0,0 0 0,-1-1 0,1 1 0,0-1 0,2-1 0,-2 0 0,0 1 0,-1-1 0,1 0 0,-1 0 0,0 0 0,1 0 0,-1 0 0,0 0 0,0-1 0,0 1 0,-1-1 0,1 1 0,0-1 0,-1 0 0,0 0 0,0 1 0,0-1 0,0 0 0,0 0 0,0 0 0,-1 0 0,0-1 0,1 1 0,-1 0 0,0 0 0,0 0 0,-1-3 0,0-6 0,0 0 0,-1 0 0,0 1 0,-1-1 0,-7-19 0,7 25 0,-1 0 0,0 1 0,0-1 0,0 1 0,-1 0 0,0 0 0,0 1 0,0 0 0,0-1 0,-1 2 0,1-1 0,-1 1 0,-7-4 0,3 3 0,0-1 0,0 1 0,0 1 0,0-1 0,0 2 0,-1 0 0,-16-2 0,22 4 0,1 0 0,-1 1 0,1 0 0,-1 0 0,1 0 0,-1 0 0,1 0 0,0 1 0,0 0 0,0 0 0,0 0 0,0 0 0,0 1 0,0 0 0,1-1 0,-1 1 0,1 1 0,0-1 0,0 0 0,0 1 0,0 0 0,1-1 0,0 1 0,-1 0 0,1 0 0,0 0 0,1 1 0,-1-1 0,0 7 0,-1-2 0,1 0 0,0 0 0,1 0 0,0 1 0,1-1 0,0 0 0,0 0 0,1 1 0,0-1 0,1 0 0,0 0 0,0 0 0,6 14 0,-5-19 0,-1-1 0,1 1 0,0-1 0,0 0 0,0 0 0,0 0 0,1 0 0,-1-1 0,1 1 0,0-1 0,0 0 0,-1 0 0,1 0 0,1-1 0,-1 1 0,0-1 0,0 0 0,0 0 0,1-1 0,-1 1 0,0-1 0,1 0 0,-1 0 0,8-1 0,-5 1 0,0-1 0,-1 1 0,1-1 0,-1-1 0,0 1 0,1-1 0,-1 0 0,0-1 0,0 1 0,0-1 0,0-1 0,0 1 0,-1-1 0,0 0 0,10-8 0,-13 8 0,1-1 0,-1 1 0,1 0 0,-1-1 0,-1 1 0,1-1 0,-1 0 0,0 0 0,0 1 0,0-1 0,0 0 0,-1 0 0,0 0 0,0 0 0,0 0 0,-1 0 0,0 0 0,0 1 0,0-1 0,-3-8 0,3 10 0,0 0 0,0 1 0,-1-1 0,1 1 0,0-1 0,-1 1 0,0 0 0,0 0 0,1-1 0,-1 1 0,-1 0 0,1 0 0,0 1 0,0-1 0,-1 0 0,1 1 0,-1 0 0,1-1 0,-1 1 0,1 0 0,-1 0 0,0 1 0,0-1 0,1 0 0,-1 1 0,0 0 0,0-1 0,0 1 0,0 0 0,1 1 0,-1-1 0,0 0 0,0 1 0,0 0 0,1-1 0,-5 3 0,5-2 0,0 0 0,0 0 0,-1 1 0,1-1 0,0 1 0,0 0 0,1-1 0,-1 1 0,0 0 0,1 0 0,-1 0 0,1 0 0,-1 0 0,1 1 0,0-1 0,0 0 0,0 0 0,0 1 0,1-1 0,-1 1 0,0-1 0,1 1 0,0-1 0,0 1 0,-1-1 0,2 1 0,-1-1 0,0 1 0,0-1 0,1 1 0,-1-1 0,1 1 0,0-1 0,0 1 0,0-1 0,0 0 0,2 3 0,-3-5-3,1 1-1,-1-1 0,0 1 1,1 0-1,-1-1 0,1 1 1,-1 0-1,0 0 0,1-1 1,-1 1-1,0 0 0,0-1 1,0 1-1,0 0 0,0 0 1,0-1-1,0 1 0,0 0 1,0 0-1,0 0 0,0 0 1,-11 1 203,11-2-233,-1 0 0,1 0 0,-1 0 0,1 0 0,-1 0 0,1 0 0,-1 0 0,1 0 0,-1-1 0,1 1 0,-1 0 0,1 0 0,-1 0 0,1-1 0,0 1 0,-1 0 0,1 0 0,-1-1 0,1 1 0,0 0 0,-1-1 0,1 1 0,0-1 0,-1 1 0,1 0 0,0-1 0,0 1 0,-1-1 0,1 1 0,0-1 0,0 1 0,0-1 0,0 1 0,-1-1 0,1 1 0,0-1 0,0 1 0,0-1 0,0 1 0,0-1 0,0 1 0,0-1 0,1 1 0,-1-1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25.86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105 169 24575,'-80'-80'0,"79"78"0,0 1 0,-1-1 0,1 0 0,0 1 0,0-1 0,0 0 0,0 0 0,0 1 0,0-1 0,1 0 0,-1 0 0,1 0 0,-1 0 0,1 0 0,0 0 0,-1 0 0,1 0 0,0 0 0,1 0 0,-1 0 0,0 0 0,0 0 0,1 0 0,-1 0 0,1 0 0,1-3 0,-2 5 0,1 1 0,0-1 0,-1 0 0,0 1 0,1-1 0,-1 1 0,1-1 0,-1 0 0,1 1 0,-1-1 0,0 1 0,1-1 0,-1 1 0,0-1 0,0 1 0,1 0 0,-1-1 0,0 1 0,0-1 0,0 1 0,0 0 0,1-1 0,-1 1 0,0-1 0,0 1 0,0 0 0,0-1 0,-1 1 0,1 0 0,3 23 0,-2-7 0,0 36 0,-1-51 0,0 1 0,0 0 0,0-1 0,0 1 0,-1 0 0,0-1 0,1 1 0,-1-1 0,0 1 0,0-1 0,0 1 0,-1-1 0,1 0 0,-3 4 0,4-6 0,0 0 0,0 0 0,0 0 0,-1 0 0,1 0 0,0 1 0,0-1 0,0 0 0,0 0 0,-1 0 0,1 0 0,0 0 0,0 0 0,0 0 0,-1 0 0,1 0 0,0 0 0,0 0 0,0 0 0,-1 0 0,1 0 0,0 0 0,0 0 0,0 0 0,-1 0 0,1 0 0,0 0 0,0 0 0,0 0 0,-1 0 0,1 0 0,0-1 0,0 1 0,0 0 0,0 0 0,-1 0 0,1 0 0,0 0 0,0 0 0,0-1 0,0 1 0,0 0 0,-1 0 0,1 0 0,0-1 0,0 1 0,0 0 0,0 0 0,-5-18 0,4-15 0,2 25 0,2 1 0,-1-1 0,1 1 0,0-1 0,1 1 0,0 0 0,0 0 0,0 1 0,1-1 0,0 1 0,0 0 0,7-6 0,-9 8 0,1 1 0,-1 0 0,1 0 0,0 0 0,0 0 0,0 1 0,0-1 0,0 1 0,1 0 0,-1 0 0,1 1 0,-1-1 0,1 1 0,0 0 0,-1 0 0,1 1 0,0-1 0,0 1 0,-1 0 0,1 1 0,7 0 0,-9 0 7,1 1 0,-1-1-1,0 1 1,1 0 0,-1 0-1,0 0 1,0 0-1,-1 1 1,1-1 0,0 1-1,-1-1 1,0 1 0,1 0-1,-1 0 1,0 0 0,0 0-1,1 4 1,0 0-193,0 0 1,-1 0-1,1 0 0,-1 0 1,-1 0-1,0 0 1,1 13-1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25.8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602 301 24565,'0'11'0,"-1"1"0,0 0 0,-1 0 0,0-1 0,0 1 0,-1-1 0,-1 0 0,0 1 0,0-2 0,-1 1 0,0 0 0,0-1 0,-1 1 0,-1-2 0,1 1 0,-2 0 0,1-1 0,-1-1 0,0 1 0,-1-1 0,0 0 0,0-1 0,0 1 0,-1-2 0,0 1 0,0-1 0,0-1 0,-1 0 0,0 0 0,0-1 0,0 0 0,0 0 0,-1-1 0,1-1 0,-1 0 0,0 0 0,1-1 0,-1 0 0,0-1 0,0 0 0,0-1 0,1 0 0,-1-1 0,0 0 0,1 0 0,-1-1 0,1-1 0,0 0 0,0 0 0,0-1 0,0 0 0,1 0 0,0-1 0,0-1 0,0 1 0,1-2 0,0 1 0,0-1 0,0 0 0,1-1 0,0 1 0,1-1 0,-1-1 0,2 0 0,-1 1 0,1-2 0,1 1 0,0-1 0,0 0 0,1 1 0,0-2 0,0 1 0,1 0 0,1-1 0,0 1 0,0-1 0,1 0 0,0 0 0,1 1 0,0-1 0,1 0 0,0 0 0,1 0 0,0 1 0,0-1 0,1 1 0,1 0 0,0-1 0,0 2 0,1-1 0,0 0 0,0 1 0,1-1 0,1 2 0,-1-1 0,2 0 0,-1 1 0,1 1 0,0-1 0,1 1 0,0 0 0,0 1 0,0-1 0,1 2 0,0-1 0,0 1 0,0 1 0,1 0 0,0 0 0,0 1 0,0 0 0,0 0 0,1 1 0,-1 1 0,1 0 0,0 0 0,-1 1 0,1 0 0,0 1 0,0 0 0,0 1 0,-1 0 0,1 1 0,0 0 0,-1 0 0,1 1 0,-1 1 0,0 0 0,0 0 0,0 1 0,0 0 0,-1 0 0,0 1 0,0 1 0,0-1 0,-1 2 0,0-1 0,0 1 0,0 0 0,-1 1 0,0-1 0,-1 1 0,1 1 0,-2 0 0,1-1 0,-1 2 0,-1-1 0,0 1 0,0 0 0,-1-1 0,0 2 0,0-1 0,-1 0 0,-1 1 0,0-1 0,0 1 0,-1 0 0,0 0 0,-1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25.866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7 160 24575,'0'0'0,"-1"0"0,1 0 0,0 0 0,0 0 0,-1 0 0,1 0 0,0 0 0,0 0 0,-1 0 0,1 0 0,0 0 0,0 0 0,0 0 0,-1 1 0,1-1 0,0 0 0,0 0 0,0 0 0,-1 0 0,1 1 0,0-1 0,0 0 0,0 0 0,0 0 0,0 1 0,-1-1 0,1 0 0,0 0 0,0 0 0,0 1 0,0-1 0,0 0 0,0 0 0,0 1 0,0-1 0,0 0 0,0 0 0,0 1 0,0-1 0,0 0 0,0 1 0,5 15 0,10 11 0,-6-17 0,0 0 0,1-1 0,1 0 0,0 0 0,0-1 0,0-1 0,1 0 0,0 0 0,0-1 0,1-1 0,0 0 0,0-1 0,0 0 0,23 3 0,-32-7 0,-1 0 0,1-1 0,-1 0 0,0 1 0,0-1 0,1 0 0,-1-1 0,0 1 0,0-1 0,0 1 0,0-1 0,-1 0 0,1 0 0,0 0 0,-1 0 0,1 0 0,-1-1 0,0 1 0,0-1 0,0 0 0,0 0 0,2-3 0,7-10 0,-1-1 0,11-25 0,-18 35 0,-1 1 0,0 0 0,-1-1 0,0 0 0,0 1 0,0-1 0,-1 0 0,0 1 0,0-1 0,0 0 0,-1 0 0,-3-12 0,3 15 0,0 0 0,0 0 0,-1 0 0,0 0 0,1 0 0,-1 0 0,0 1 0,-1-1 0,1 1 0,-1-1 0,1 1 0,-1 0 0,0 0 0,0 0 0,0 0 0,-1 0 0,1 1 0,-1 0 0,1-1 0,-8-2 0,-7-1 0,0 0 0,-1 1 0,1 1 0,-1 1 0,-35-1 0,50 4 0,1-1 0,0 2 0,0-1 0,0 0 0,0 0 0,0 1 0,0 0 0,0-1 0,0 1 0,0 1 0,1-1 0,-1 0 0,0 1 0,0-1 0,1 1 0,-1 0 0,1-1 0,0 1 0,-4 5 0,5-5 0,0 0 0,0 0 0,0 0 0,1 0 0,-1 0 0,1 0 0,0 0 0,0 1 0,-1-1 0,2 0 0,-1 0 0,0 0 0,0 1 0,1-1 0,-1 0 0,1 0 0,-1 0 0,1 0 0,0 0 0,0 0 0,0 0 0,0 0 0,0 0 0,1 0 0,-1 0 0,0-1 0,1 1 0,2 2 0,3 4 0,1-1 0,1 1 0,-1-1 0,1 0 0,0-1 0,1 0 0,-1-1 0,1 0 0,0 0 0,0-1 0,1 0 0,19 4 0,-29-8 0,0 0 0,0 0 0,0 0 0,-1 0 0,1 0 0,0-1 0,0 1 0,-1 0 0,1 0 0,0-1 0,0 1 0,-1 0 0,1-1 0,0 1 0,-1-1 0,1 1 0,0-1 0,-1 1 0,1-1 0,-1 1 0,1-1 0,-1 1 0,1-1 0,-1 0 0,0 1 0,1-2 0,8-28 0,-8 22 0,-1-1 0,0 1 0,0 0 0,0 0 0,-3-9 0,3 16 0,0 0 0,0 0 0,0 0 0,0 0 0,-1 0 0,1 0 0,-1 0 0,1 0 0,-1 0 0,1 0 0,-1 0 0,1 0 0,-1 0 0,0 0 0,1 1 0,-1-1 0,0 0 0,0 0 0,1 1 0,-1-1 0,0 1 0,0-1 0,0 1 0,0-1 0,0 1 0,0-1 0,0 1 0,0 0 0,0 0 0,0-1 0,0 1 0,0 0 0,0 0 0,0 0 0,0 0 0,0 0 0,0 0 0,-1 1 0,1-1 0,0 0 0,0 0 0,0 1 0,0-1 0,1 1 0,-1-1 0,0 1 0,-2 0 0,1 1 0,-1 0 0,1-1 0,0 1 0,-1 0 0,1 0 0,0 0 0,0 0 0,0 0 0,1 1 0,-1-1 0,0 1 0,1-1 0,0 1 0,0-1 0,-1 1 0,0 5 0,1-3 14,0 0-1,1 0 0,-1 0 0,1 0 1,0 0-1,1-1 0,-1 1 1,3 9-1,-3-13-68,1 1 0,1 0 0,-1-1 0,0 0 0,0 1 0,0-1 0,1 0 0,-1 1 0,1-1 0,-1 0 0,1 0 0,-1 0 0,1 0 0,0-1 0,-1 1 0,1 0 0,0-1 0,0 1 0,-1-1 0,1 1 0,0-1 0,0 0 0,0 0 0,0 0 0,0 0 0,2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29.7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493 247 24563,'0'9'0,"-1"1"0,0-1 0,0 1 0,-1 0 0,0-1 0,0 0 0,-1 1 0,0-1 0,-1 0 0,0 0 0,0-1 0,0 1 0,-1-1 0,-1 0 0,1 0 0,-1 0 0,0 0 0,0-1 0,-1 0 0,0 0 0,0-1 0,-1 0 0,0 0 0,0-1 0,0 1 0,0-1 0,-1-1 0,1 0 0,-1 0 0,0 0 0,0-1 0,-1 0 0,1-1 0,0 0 0,-1 0 0,0-1 0,1 0 0,-1 0 0,1-1 0,-1 0 0,0-1 0,1 0 0,-1 0 0,0-1 0,1 0 0,0 0 0,-1-1 0,1 0 0,0-1 0,0 0 0,1 0 0,-1 0 0,1-1 0,0-1 0,0 1 0,0-1 0,0 0 0,1 0 0,0-1 0,0 0 0,1 0 0,0-1 0,0 0 0,1 0 0,-1 0 0,1 0 0,1-1 0,0 1 0,0-1 0,0 0 0,1 0 0,0-1 0,1 1 0,0 0 0,0-1 0,1 0 0,0 1 0,0-1 0,1 1 0,0-1 0,1 0 0,0 1 0,0-1 0,1 0 0,0 1 0,0 0 0,1-1 0,0 1 0,1 0 0,0 0 0,0 1 0,0-1 0,1 1 0,1 0 0,-1 0 0,1 0 0,0 0 0,0 1 0,1 0 0,0 0 0,0 1 0,1 0 0,0 0 0,0 1 0,0-1 0,0 1 0,1 1 0,-1 0 0,1 0 0,0 0 0,0 1 0,1 0 0,-1 1 0,0 0 0,1 0 0,0 1 0,-1 0 0,1 0 0,0 1 0,-1 0 0,1 1 0,-1 0 0,1 0 0,0 1 0,-1 0 0,0 0 0,1 1 0,-1 0 0,0 1 0,0 0 0,-1 0 0,1 0 0,-1 1 0,0 1 0,0-1 0,0 1 0,0 0 0,-1 0 0,0 1 0,0 0 0,-1 0 0,0 1 0,0 0 0,-1 0 0,1 0 0,-1 0 0,-1 1 0,0-1 0,0 1 0,0 0 0,-1 0 0,0 1 0,-1-1 0,0 0 0,0 1 0,-1 0 0,0-1 0,0 1 0,-1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29.7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60 263 24575,'-2'0'0,"0"-1"0,-1 0 0,1 0 0,0 0 0,0 0 0,0 0 0,0 0 0,0-1 0,0 1 0,0-1 0,0 1 0,0-1 0,1 0 0,-1 1 0,1-1 0,-1 0 0,1 0 0,0 0 0,-1-1 0,1 1 0,0 0 0,1 0 0,-1-1 0,0 1 0,1 0 0,-1-4 0,-1 1 0,1-1 0,0 1 0,0 0 0,1 0 0,0 0 0,-1 0 0,2-1 0,-1 1 0,1 0 0,0 0 0,0 0 0,0 0 0,3-9 0,1 7 0,-1 0 0,1 0 0,1 1 0,10-11 0,9-12 0,-25 29 0,0-1 0,0 1 0,0 0 0,1 0 0,-1-1 0,0 1 0,0 0 0,0-1 0,0 1 0,0 0 0,0 0 0,0-1 0,0 1 0,0 0 0,0-1 0,0 1 0,0 0 0,0 0 0,0-1 0,0 1 0,-1 0 0,1 0 0,0-1 0,0 1 0,0 0 0,0 0 0,0-1 0,-1 1 0,1 0 0,0 0 0,0-1 0,0 1 0,-1 0 0,1 0 0,0 0 0,0 0 0,-1-1 0,1 1 0,0 0 0,0 0 0,-1 0 0,1 0 0,0 0 0,-1 0 0,1 0 0,-23-5 0,21 5 0,1-1 0,-1 1 0,1 0 0,-1 0 0,0 0 0,1 0 0,-1 0 0,1 0 0,-1 0 0,1 0 0,-1 0 0,1 1 0,-1-1 0,1 1 0,-1-1 0,1 1 0,0 0 0,-1-1 0,1 1 0,0 0 0,-1 0 0,1 0 0,-1 1 0,8 23 0,-5-20 0,1 0 0,0-1 0,-1 1 0,0 0 0,0 0 0,-1 0 0,1 0 0,-1 0 0,0 0 0,-1 0 0,1-1 0,-1 1 0,-1 6 0,2-11 0,0 0 0,0 0 0,0 1 0,0-1 0,-1 0 0,1 0 0,0 0 0,0 0 0,0 0 0,0 0 0,0 0 0,0 0 0,0 0 0,-1 0 0,1 0 0,0 1 0,0-1 0,0 0 0,0 0 0,0 0 0,-1 0 0,1 0 0,0 0 0,0 0 0,0 0 0,0 0 0,0 0 0,-1-1 0,1 1 0,0 0 0,0 0 0,0 0 0,0 0 0,0 0 0,-1 0 0,1 0 0,0 0 0,0 0 0,0 0 0,0 0 0,0 0 0,0-1 0,0 1 0,0 0 0,-1 0 0,1 0 0,0 0 0,0 0 0,0 0 0,0-1 0,0 1 0,0 0 0,0 0 0,-6-14 0,0-14 0,6 26 0,0 0 0,0 0 0,0 0 0,0 1 0,0-1 0,0 0 0,0 0 0,1 0 0,-1 1 0,1-1 0,-1 0 0,1 0 0,0 1 0,0-1 0,-1 1 0,1-1 0,0 0 0,0 1 0,1 0 0,1-3 0,-2 3 0,1 1 0,-1-1 0,0 1 0,1-1 0,-1 1 0,1-1 0,-1 1 0,1 0 0,-1 0 0,1 0 0,0 0 0,-1 0 0,1 0 0,-1 0 0,1 0 0,-1 1 0,1-1 0,-1 1 0,2 0 0,3 1 0,0 1 0,0 0 0,-1 0 0,1 1 0,-1-1 0,0 1 0,0 0 0,0 1 0,0-1 0,5 8 0,15 35 0,-19-35 0,0 0 0,1 0 0,0 0 0,14 16 0,-19-26 0,0 0 0,0 0 0,0 0 0,0 0 0,0 0 0,1-1 0,-1 1 0,1-1 0,-1 0 0,1 0 0,-1 0 0,1 0 0,0 0 0,-1 0 0,1-1 0,0 1 0,0-1 0,0 0 0,-1 1 0,1-1 0,0-1 0,0 1 0,0 0 0,-1-1 0,1 1 0,0-1 0,2-1 0,-2 0 0,0 1 0,-1-1 0,1 0 0,-1 0 0,0 0 0,1 0 0,-1 0 0,0 0 0,0-1 0,0 1 0,-1-1 0,1 1 0,0-1 0,-1 0 0,0 0 0,0 1 0,0-1 0,0 0 0,0 0 0,0 0 0,-1 0 0,0-1 0,1 1 0,-1 0 0,0 0 0,0 0 0,-1-3 0,0-6 0,0 0 0,-1 0 0,0 1 0,-1-1 0,-7-19 0,7 25 0,-1 0 0,0 1 0,0-1 0,0 1 0,-1 0 0,0 0 0,0 1 0,0 0 0,0-1 0,-1 2 0,1-1 0,-1 1 0,-7-4 0,3 3 0,0-1 0,0 1 0,0 1 0,0-1 0,0 2 0,-1 0 0,-16-2 0,22 4 0,1 0 0,-1 1 0,1 0 0,-1 0 0,1 0 0,-1 0 0,1 0 0,0 1 0,0 0 0,0 0 0,0 0 0,0 0 0,0 1 0,0 0 0,1-1 0,-1 1 0,1 1 0,0-1 0,0 0 0,0 1 0,0 0 0,1-1 0,0 1 0,-1 0 0,1 0 0,0 0 0,1 1 0,-1-1 0,0 7 0,-1-2 0,1 0 0,0 0 0,1 0 0,0 1 0,1-1 0,0 0 0,0 0 0,1 1 0,0-1 0,1 0 0,0 0 0,0 0 0,6 14 0,-5-19 0,-1-1 0,1 1 0,0-1 0,0 0 0,0 0 0,0 0 0,1 0 0,-1-1 0,1 1 0,0-1 0,0 0 0,-1 0 0,1 0 0,1-1 0,-1 1 0,0-1 0,0 0 0,0 0 0,1-1 0,-1 1 0,0-1 0,1 0 0,-1 0 0,8-1 0,-5 1 0,0-1 0,-1 1 0,1-1 0,-1-1 0,0 1 0,1-1 0,-1 0 0,0-1 0,0 1 0,0-1 0,0-1 0,0 1 0,-1-1 0,0 0 0,10-8 0,-13 8 0,1-1 0,-1 1 0,1 0 0,-1-1 0,-1 1 0,1-1 0,-1 0 0,0 0 0,0 1 0,0-1 0,0 0 0,-1 0 0,0 0 0,0 0 0,0 0 0,-1 0 0,0 0 0,0 1 0,0-1 0,-3-8 0,3 10 0,0 0 0,0 1 0,-1-1 0,1 1 0,0-1 0,-1 1 0,0 0 0,0 0 0,1-1 0,-1 1 0,-1 0 0,1 0 0,0 1 0,0-1 0,-1 0 0,1 1 0,-1 0 0,1-1 0,-1 1 0,1 0 0,-1 0 0,0 1 0,0-1 0,1 0 0,-1 1 0,0 0 0,0-1 0,0 1 0,0 0 0,1 1 0,-1-1 0,0 0 0,0 1 0,0 0 0,1-1 0,-5 3 0,5-2 0,0 0 0,0 0 0,-1 1 0,1-1 0,0 1 0,0 0 0,1-1 0,-1 1 0,0 0 0,1 0 0,-1 0 0,1 0 0,-1 0 0,1 1 0,0-1 0,0 0 0,0 0 0,0 1 0,1-1 0,-1 1 0,0-1 0,1 1 0,0-1 0,0 1 0,-1-1 0,2 1 0,-1-1 0,0 1 0,0-1 0,1 1 0,-1-1 0,1 1 0,0-1 0,0 1 0,0-1 0,0 0 0,2 3 0,-3-5-3,1 1-1,-1-1 0,0 1 1,1 0-1,-1-1 0,1 1 1,-1 0-1,0 0 0,1-1 1,-1 1-1,0 0 0,0-1 1,0 1-1,0 0 0,0 0 1,0-1-1,0 1 0,0 0 1,0 0-1,0 0 0,0 0 1,-11 1 203,11-2-233,-1 0 0,1 0 0,-1 0 0,1 0 0,-1 0 0,1 0 0,-1 0 0,1 0 0,-1-1 0,1 1 0,-1 0 0,1 0 0,-1 0 0,1-1 0,0 1 0,-1 0 0,1 0 0,-1-1 0,1 1 0,0 0 0,-1-1 0,1 1 0,0-1 0,-1 1 0,1 0 0,0-1 0,0 1 0,-1-1 0,1 1 0,0-1 0,0 1 0,0-1 0,0 1 0,-1-1 0,1 1 0,0-1 0,0 1 0,0-1 0,0 1 0,0-1 0,0 1 0,0-1 0,1 1 0,-1-1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29.7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105 169 24575,'-80'-80'0,"79"78"0,0 1 0,-1-1 0,1 0 0,0 1 0,0-1 0,0 0 0,0 0 0,0 1 0,0-1 0,1 0 0,-1 0 0,1 0 0,-1 0 0,1 0 0,0 0 0,-1 0 0,1 0 0,0 0 0,1 0 0,-1 0 0,0 0 0,0 0 0,1 0 0,-1 0 0,1 0 0,1-3 0,-2 5 0,1 1 0,0-1 0,-1 0 0,0 1 0,1-1 0,-1 1 0,1-1 0,-1 0 0,1 1 0,-1-1 0,0 1 0,1-1 0,-1 1 0,0-1 0,0 1 0,1 0 0,-1-1 0,0 1 0,0-1 0,0 1 0,0 0 0,1-1 0,-1 1 0,0-1 0,0 1 0,0 0 0,0-1 0,-1 1 0,1 0 0,3 23 0,-2-7 0,0 36 0,-1-51 0,0 1 0,0 0 0,0-1 0,0 1 0,-1 0 0,0-1 0,1 1 0,-1-1 0,0 1 0,0-1 0,0 1 0,-1-1 0,1 0 0,-3 4 0,4-6 0,0 0 0,0 0 0,0 0 0,-1 0 0,1 0 0,0 1 0,0-1 0,0 0 0,0 0 0,-1 0 0,1 0 0,0 0 0,0 0 0,0 0 0,-1 0 0,1 0 0,0 0 0,0 0 0,0 0 0,-1 0 0,1 0 0,0 0 0,0 0 0,0 0 0,-1 0 0,1 0 0,0 0 0,0 0 0,0 0 0,-1 0 0,1 0 0,0-1 0,0 1 0,0 0 0,0 0 0,-1 0 0,1 0 0,0 0 0,0 0 0,0-1 0,0 1 0,0 0 0,-1 0 0,1 0 0,0-1 0,0 1 0,0 0 0,0 0 0,-5-18 0,4-15 0,2 25 0,2 1 0,-1-1 0,1 1 0,0-1 0,1 1 0,0 0 0,0 0 0,0 1 0,1-1 0,0 1 0,0 0 0,7-6 0,-9 8 0,1 1 0,-1 0 0,1 0 0,0 0 0,0 0 0,0 1 0,0-1 0,0 1 0,1 0 0,-1 0 0,1 1 0,-1-1 0,1 1 0,0 0 0,-1 0 0,1 1 0,0-1 0,0 1 0,-1 0 0,1 1 0,7 0 0,-9 0 7,1 1 0,-1-1-1,0 1 1,1 0 0,-1 0-1,0 0 1,0 0-1,-1 1 1,1-1 0,0 1-1,-1-1 1,0 1 0,1 0-1,-1 0 1,0 0 0,0 0-1,1 4 1,0 0-193,0 0 1,-1 0-1,1 0 0,-1 0 1,-1 0-1,0 0 1,1 13-1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29.7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602 300 24565,'0'12'0,"-1"0"0,0 0 0,-1 0 0,0-1 0,0 1 0,-1-1 0,-1 0 0,0 1 0,0-2 0,-1 1 0,0 0 0,0-1 0,-1 1 0,-1-2 0,1 1 0,-2 0 0,1-1 0,-1-1 0,0 1 0,-1-1 0,0 0 0,0-1 0,0 1 0,-1-2 0,0 1 0,0-1 0,0-1 0,-1 0 0,0 0 0,0-1 0,0 0 0,0 0 0,-1-1 0,1-1 0,-1 0 0,0 0 0,1-1 0,-1 0 0,0-1 0,0 0 0,0-1 0,1 0 0,-1-1 0,0 0 0,1 0 0,-1-1 0,1-1 0,0 0 0,0 0 0,0-1 0,0 0 0,1 0 0,0-1 0,0-1 0,0 1 0,1-2 0,0 1 0,0-1 0,0 0 0,1-1 0,0 1 0,1-1 0,-1-1 0,2 0 0,-1 1 0,1-2 0,1 1 0,0-1 0,0 0 0,1 1 0,0-2 0,0 1 0,1 0 0,1-1 0,0 1 0,0-1 0,1 0 0,0 0 0,1 0 0,0 1 0,1-1 0,0 0 0,1 0 0,0 1 0,0-1 0,1 1 0,1 0 0,0-1 0,0 2 0,1-1 0,0 0 0,0 1 0,1-1 0,1 2 0,-1-1 0,2 0 0,-1 1 0,1 1 0,0-1 0,1 1 0,0 0 0,0 1 0,0-1 0,1 2 0,0-1 0,0 1 0,0 1 0,1 0 0,0 0 0,0 1 0,0 0 0,0 0 0,1 1 0,-1 1 0,1 0 0,0 0 0,-1 1 0,1 0 0,0 1 0,0 0 0,0 1 0,-1 0 0,1 1 0,0 0 0,-1 0 0,1 1 0,-1 1 0,0 0 0,0 0 0,0 1 0,0 0 0,-1 0 0,0 1 0,0 1 0,0-1 0,-1 2 0,0-1 0,0 1 0,0 0 0,-1 1 0,0-1 0,-1 1 0,1 1 0,-2 0 0,1-1 0,-1 2 0,-1-1 0,0 1 0,0 0 0,-1-1 0,0 2 0,0-1 0,-1 0 0,-1 1 0,0-1 0,0 1 0,-1 0 0,0 0 0,-1-1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29.718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7 160 24575,'0'0'0,"-1"0"0,1 0 0,0 0 0,0 0 0,-1 0 0,1 0 0,0 0 0,0 0 0,-1 0 0,1 0 0,0 0 0,0 0 0,0 0 0,-1 1 0,1-1 0,0 0 0,0 0 0,0 0 0,-1 0 0,1 1 0,0-1 0,0 0 0,0 0 0,0 0 0,0 1 0,-1-1 0,1 0 0,0 0 0,0 0 0,0 1 0,0-1 0,0 0 0,0 0 0,0 1 0,0-1 0,0 0 0,0 0 0,0 1 0,0-1 0,0 0 0,0 1 0,5 15 0,10 11 0,-6-17 0,0 0 0,1-1 0,1 0 0,0 0 0,0-1 0,0-1 0,1 0 0,0 0 0,0-1 0,1-1 0,0 0 0,0-1 0,0 0 0,23 3 0,-32-7 0,-1 0 0,1-1 0,-1 0 0,0 1 0,0-1 0,1 0 0,-1-1 0,0 1 0,0-1 0,0 1 0,0-1 0,-1 0 0,1 0 0,0 0 0,-1 0 0,1 0 0,-1-1 0,0 1 0,0-1 0,0 0 0,0 0 0,2-3 0,7-10 0,-1-1 0,11-25 0,-18 35 0,-1 1 0,0 0 0,-1-1 0,0 0 0,0 1 0,0-1 0,-1 0 0,0 1 0,0-1 0,0 0 0,-1 0 0,-3-12 0,3 15 0,0 0 0,0 0 0,-1 0 0,0 0 0,1 0 0,-1 0 0,0 1 0,-1-1 0,1 1 0,-1-1 0,1 1 0,-1 0 0,0 0 0,0 0 0,0 0 0,-1 0 0,1 1 0,-1 0 0,1-1 0,-8-2 0,-7-1 0,0 0 0,-1 1 0,1 1 0,-1 1 0,-35-1 0,50 4 0,1-1 0,0 2 0,0-1 0,0 0 0,0 0 0,0 1 0,0 0 0,0-1 0,0 1 0,0 1 0,1-1 0,-1 0 0,0 1 0,0-1 0,1 1 0,-1 0 0,1-1 0,0 1 0,-4 5 0,5-5 0,0 0 0,0 0 0,0 0 0,1 0 0,-1 0 0,1 0 0,0 0 0,0 1 0,-1-1 0,2 0 0,-1 0 0,0 0 0,0 1 0,1-1 0,-1 0 0,1 0 0,-1 0 0,1 0 0,0 0 0,0 0 0,0 0 0,0 0 0,0 0 0,1 0 0,-1 0 0,0-1 0,1 1 0,2 2 0,3 4 0,1-1 0,1 1 0,-1-1 0,1 0 0,0-1 0,1 0 0,-1-1 0,1 0 0,0 0 0,0-1 0,1 0 0,19 4 0,-29-8 0,0 0 0,0 0 0,0 0 0,-1 0 0,1 0 0,0-1 0,0 1 0,-1 0 0,1 0 0,0-1 0,0 1 0,-1 0 0,1-1 0,0 1 0,-1-1 0,1 1 0,0-1 0,-1 1 0,1-1 0,-1 1 0,1-1 0,-1 1 0,1-1 0,-1 0 0,0 1 0,1-2 0,8-28 0,-8 22 0,-1-1 0,0 1 0,0 0 0,0 0 0,-3-9 0,3 16 0,0 0 0,0 0 0,0 0 0,0 0 0,-1 0 0,1 0 0,-1 0 0,1 0 0,-1 0 0,1 0 0,-1 0 0,1 0 0,-1 0 0,0 0 0,1 1 0,-1-1 0,0 0 0,0 0 0,1 1 0,-1-1 0,0 1 0,0-1 0,0 1 0,0-1 0,0 1 0,0-1 0,0 1 0,0 0 0,0 0 0,0-1 0,0 1 0,0 0 0,0 0 0,0 0 0,0 0 0,0 0 0,0 0 0,-1 1 0,1-1 0,0 0 0,0 0 0,0 1 0,0-1 0,1 1 0,-1-1 0,0 1 0,-2 0 0,1 1 0,-1 0 0,1-1 0,0 1 0,-1 0 0,1 0 0,0 0 0,0 0 0,0 0 0,1 1 0,-1-1 0,0 1 0,1-1 0,0 1 0,0-1 0,-1 1 0,0 5 0,1-3 14,0 0-1,1 0 0,-1 0 0,1 0 1,0 0-1,1-1 0,-1 1 1,3 9-1,-3-13-68,1 1 0,1 0 0,-1-1 0,0 0 0,0 1 0,0-1 0,1 0 0,-1 1 0,1-1 0,-1 0 0,1 0 0,-1 0 0,1 0 0,0-1 0,-1 1 0,1 0 0,0-1 0,0 1 0,-1-1 0,1 1 0,0-1 0,0 0 0,0 0 0,0 0 0,0 0 0,2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39.7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493 247 24563,'0'9'0,"-1"1"0,0-1 0,0 1 0,-1 0 0,0-1 0,0 0 0,-1 1 0,0-1 0,-1 0 0,0 0 0,0-1 0,0 1 0,-1-1 0,-1 0 0,1 0 0,-1 0 0,0 0 0,0-1 0,-1 0 0,0 0 0,0-1 0,-1 0 0,0 0 0,0-1 0,0 1 0,0-1 0,-1-1 0,1 0 0,-1 0 0,0 0 0,0-1 0,-1 0 0,1-1 0,0 0 0,-1 0 0,0-1 0,1 0 0,-1 0 0,1-1 0,-1 0 0,0-1 0,1 0 0,-1 0 0,0-1 0,1 0 0,0 0 0,-1-1 0,1 0 0,0-1 0,0 0 0,1 0 0,-1 0 0,1-1 0,0-1 0,0 1 0,0-1 0,0 0 0,1 0 0,0-1 0,0 0 0,1 0 0,0-1 0,0 0 0,1 0 0,-1 0 0,1 0 0,1-1 0,0 1 0,0-1 0,0 0 0,1 0 0,0-1 0,1 1 0,0 0 0,0-1 0,1 0 0,0 1 0,0-1 0,1 1 0,0-1 0,1 0 0,0 1 0,0-1 0,1 0 0,0 1 0,0 0 0,1-1 0,0 1 0,1 0 0,0 0 0,0 1 0,0-1 0,1 1 0,1 0 0,-1 0 0,1 0 0,0 0 0,0 1 0,1 0 0,0 0 0,0 1 0,1 0 0,0 0 0,0 1 0,0-1 0,0 1 0,1 1 0,-1 0 0,1 0 0,0 0 0,0 1 0,1 0 0,-1 1 0,0 0 0,1 0 0,0 1 0,-1 0 0,1 0 0,0 1 0,-1 0 0,1 1 0,-1 0 0,1 0 0,0 1 0,-1 0 0,0 0 0,1 1 0,-1 0 0,0 1 0,0 0 0,-1 0 0,1 0 0,-1 1 0,0 1 0,0-1 0,0 1 0,0 0 0,-1 0 0,0 1 0,0 0 0,-1 0 0,0 1 0,0 0 0,-1 0 0,1 0 0,-1 0 0,-1 1 0,0-1 0,0 1 0,0 0 0,-1 0 0,0 1 0,-1-1 0,0 0 0,0 1 0,-1 0 0,0-1 0,0 1 0,-1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39.78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60 263 24575,'-2'0'0,"0"-1"0,-1 0 0,1 0 0,0 0 0,0 0 0,0 0 0,0 0 0,0-1 0,0 1 0,0-1 0,0 1 0,0-1 0,1 0 0,-1 1 0,1-1 0,-1 0 0,1 0 0,0 0 0,-1-1 0,1 1 0,0 0 0,1 0 0,-1-1 0,0 1 0,1 0 0,-1-4 0,-1 1 0,1-1 0,0 1 0,0 0 0,1 0 0,0 0 0,-1 0 0,2-1 0,-1 1 0,1 0 0,0 0 0,0 0 0,0 0 0,3-9 0,1 7 0,-1 0 0,1 0 0,1 1 0,10-11 0,9-12 0,-25 29 0,0-1 0,0 1 0,0 0 0,1 0 0,-1-1 0,0 1 0,0 0 0,0-1 0,0 1 0,0 0 0,0 0 0,0-1 0,0 1 0,0 0 0,0-1 0,0 1 0,0 0 0,0 0 0,0-1 0,0 1 0,-1 0 0,1 0 0,0-1 0,0 1 0,0 0 0,0 0 0,0-1 0,-1 1 0,1 0 0,0 0 0,0-1 0,0 1 0,-1 0 0,1 0 0,0 0 0,0 0 0,-1-1 0,1 1 0,0 0 0,0 0 0,-1 0 0,1 0 0,0 0 0,-1 0 0,1 0 0,-23-5 0,21 5 0,1-1 0,-1 1 0,1 0 0,-1 0 0,0 0 0,1 0 0,-1 0 0,1 0 0,-1 0 0,1 0 0,-1 0 0,1 1 0,-1-1 0,1 1 0,-1-1 0,1 1 0,0 0 0,-1-1 0,1 1 0,0 0 0,-1 0 0,1 0 0,-1 1 0,8 23 0,-5-20 0,1 0 0,0-1 0,-1 1 0,0 0 0,0 0 0,-1 0 0,1 0 0,-1 0 0,0 0 0,-1 0 0,1-1 0,-1 1 0,-1 6 0,2-11 0,0 0 0,0 0 0,0 1 0,0-1 0,-1 0 0,1 0 0,0 0 0,0 0 0,0 0 0,0 0 0,0 0 0,0 0 0,0 0 0,-1 0 0,1 0 0,0 1 0,0-1 0,0 0 0,0 0 0,0 0 0,-1 0 0,1 0 0,0 0 0,0 0 0,0 0 0,0 0 0,0 0 0,-1-1 0,1 1 0,0 0 0,0 0 0,0 0 0,0 0 0,0 0 0,-1 0 0,1 0 0,0 0 0,0 0 0,0 0 0,0 0 0,0 0 0,0-1 0,0 1 0,0 0 0,-1 0 0,1 0 0,0 0 0,0 0 0,0 0 0,0-1 0,0 1 0,0 0 0,0 0 0,-6-14 0,0-14 0,6 26 0,0 0 0,0 0 0,0 0 0,0 1 0,0-1 0,0 0 0,0 0 0,1 0 0,-1 1 0,1-1 0,-1 0 0,1 0 0,0 1 0,0-1 0,-1 1 0,1-1 0,0 0 0,0 1 0,1 0 0,1-3 0,-2 3 0,1 1 0,-1-1 0,0 1 0,1-1 0,-1 1 0,1-1 0,-1 1 0,1 0 0,-1 0 0,1 0 0,0 0 0,-1 0 0,1 0 0,-1 0 0,1 0 0,-1 1 0,1-1 0,-1 1 0,2 0 0,3 1 0,0 1 0,0 0 0,-1 0 0,1 1 0,-1-1 0,0 1 0,0 0 0,0 1 0,0-1 0,5 8 0,15 35 0,-19-35 0,0 0 0,1 0 0,0 0 0,14 16 0,-19-26 0,0 0 0,0 0 0,0 0 0,0 0 0,0 0 0,1-1 0,-1 1 0,1-1 0,-1 0 0,1 0 0,-1 0 0,1 0 0,0 0 0,-1 0 0,1-1 0,0 1 0,0-1 0,0 0 0,-1 1 0,1-1 0,0-1 0,0 1 0,0 0 0,-1-1 0,1 1 0,0-1 0,2-1 0,-2 0 0,0 1 0,-1-1 0,1 0 0,-1 0 0,0 0 0,1 0 0,-1 0 0,0 0 0,0-1 0,0 1 0,-1-1 0,1 1 0,0-1 0,-1 0 0,0 0 0,0 1 0,0-1 0,0 0 0,0 0 0,0 0 0,-1 0 0,0-1 0,1 1 0,-1 0 0,0 0 0,0 0 0,-1-3 0,0-6 0,0 0 0,-1 0 0,0 1 0,-1-1 0,-7-19 0,7 25 0,-1 0 0,0 1 0,0-1 0,0 1 0,-1 0 0,0 0 0,0 1 0,0 0 0,0-1 0,-1 2 0,1-1 0,-1 1 0,-7-4 0,3 3 0,0-1 0,0 1 0,0 1 0,0-1 0,0 2 0,-1 0 0,-16-2 0,22 4 0,1 0 0,-1 1 0,1 0 0,-1 0 0,1 0 0,-1 0 0,1 0 0,0 1 0,0 0 0,0 0 0,0 0 0,0 0 0,0 1 0,0 0 0,1-1 0,-1 1 0,1 1 0,0-1 0,0 0 0,0 1 0,0 0 0,1-1 0,0 1 0,-1 0 0,1 0 0,0 0 0,1 1 0,-1-1 0,0 7 0,-1-2 0,1 0 0,0 0 0,1 0 0,0 1 0,1-1 0,0 0 0,0 0 0,1 1 0,0-1 0,1 0 0,0 0 0,0 0 0,6 14 0,-5-19 0,-1-1 0,1 1 0,0-1 0,0 0 0,0 0 0,0 0 0,1 0 0,-1-1 0,1 1 0,0-1 0,0 0 0,-1 0 0,1 0 0,1-1 0,-1 1 0,0-1 0,0 0 0,0 0 0,1-1 0,-1 1 0,0-1 0,1 0 0,-1 0 0,8-1 0,-5 1 0,0-1 0,-1 1 0,1-1 0,-1-1 0,0 1 0,1-1 0,-1 0 0,0-1 0,0 1 0,0-1 0,0-1 0,0 1 0,-1-1 0,0 0 0,10-8 0,-13 8 0,1-1 0,-1 1 0,1 0 0,-1-1 0,-1 1 0,1-1 0,-1 0 0,0 0 0,0 1 0,0-1 0,0 0 0,-1 0 0,0 0 0,0 0 0,0 0 0,-1 0 0,0 0 0,0 1 0,0-1 0,-3-8 0,3 10 0,0 0 0,0 1 0,-1-1 0,1 1 0,0-1 0,-1 1 0,0 0 0,0 0 0,1-1 0,-1 1 0,-1 0 0,1 0 0,0 1 0,0-1 0,-1 0 0,1 1 0,-1 0 0,1-1 0,-1 1 0,1 0 0,-1 0 0,0 1 0,0-1 0,1 0 0,-1 1 0,0 0 0,0-1 0,0 1 0,0 0 0,1 1 0,-1-1 0,0 0 0,0 1 0,0 0 0,1-1 0,-5 3 0,5-2 0,0 0 0,0 0 0,-1 1 0,1-1 0,0 1 0,0 0 0,1-1 0,-1 1 0,0 0 0,1 0 0,-1 0 0,1 0 0,-1 0 0,1 1 0,0-1 0,0 0 0,0 0 0,0 1 0,1-1 0,-1 1 0,0-1 0,1 1 0,0-1 0,0 1 0,-1-1 0,2 1 0,-1-1 0,0 1 0,0-1 0,1 1 0,-1-1 0,1 1 0,0-1 0,0 1 0,0-1 0,0 0 0,2 3 0,-3-5-3,1 1-1,-1-1 0,0 1 1,1 0-1,-1-1 0,1 1 1,-1 0-1,0 0 0,1-1 1,-1 1-1,0 0 0,0-1 1,0 1-1,0 0 0,0 0 1,0-1-1,0 1 0,0 0 1,0 0-1,0 0 0,0 0 1,-11 1 203,11-2-233,-1 0 0,1 0 0,-1 0 0,1 0 0,-1 0 0,1 0 0,-1 0 0,1 0 0,-1-1 0,1 1 0,-1 0 0,1 0 0,-1 0 0,1-1 0,0 1 0,-1 0 0,1 0 0,-1-1 0,1 1 0,0 0 0,-1-1 0,1 1 0,0-1 0,-1 1 0,1 0 0,0-1 0,0 1 0,-1-1 0,1 1 0,0-1 0,0 1 0,0-1 0,0 1 0,-1-1 0,1 1 0,0-1 0,0 1 0,0-1 0,0 1 0,0-1 0,0 1 0,0-1 0,1 1 0,-1-1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39.7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105 169 24575,'-80'-80'0,"79"78"0,0 1 0,-1-1 0,1 0 0,0 1 0,0-1 0,0 0 0,0 0 0,0 1 0,0-1 0,1 0 0,-1 0 0,1 0 0,-1 0 0,1 0 0,0 0 0,-1 0 0,1 0 0,0 0 0,1 0 0,-1 0 0,0 0 0,0 0 0,1 0 0,-1 0 0,1 0 0,1-3 0,-2 5 0,1 1 0,0-1 0,-1 0 0,0 1 0,1-1 0,-1 1 0,1-1 0,-1 0 0,1 1 0,-1-1 0,0 1 0,1-1 0,-1 1 0,0-1 0,0 1 0,1 0 0,-1-1 0,0 1 0,0-1 0,0 1 0,0 0 0,1-1 0,-1 1 0,0-1 0,0 1 0,0 0 0,0-1 0,-1 1 0,1 0 0,3 23 0,-2-7 0,0 36 0,-1-51 0,0 1 0,0 0 0,0-1 0,0 1 0,-1 0 0,0-1 0,1 1 0,-1-1 0,0 1 0,0-1 0,0 1 0,-1-1 0,1 0 0,-3 4 0,4-6 0,0 0 0,0 0 0,0 0 0,-1 0 0,1 0 0,0 1 0,0-1 0,0 0 0,0 0 0,-1 0 0,1 0 0,0 0 0,0 0 0,0 0 0,-1 0 0,1 0 0,0 0 0,0 0 0,0 0 0,-1 0 0,1 0 0,0 0 0,0 0 0,0 0 0,-1 0 0,1 0 0,0 0 0,0 0 0,0 0 0,-1 0 0,1 0 0,0-1 0,0 1 0,0 0 0,0 0 0,-1 0 0,1 0 0,0 0 0,0 0 0,0-1 0,0 1 0,0 0 0,-1 0 0,1 0 0,0-1 0,0 1 0,0 0 0,0 0 0,-5-18 0,4-15 0,2 25 0,2 1 0,-1-1 0,1 1 0,0-1 0,1 1 0,0 0 0,0 0 0,0 1 0,1-1 0,0 1 0,0 0 0,7-6 0,-9 8 0,1 1 0,-1 0 0,1 0 0,0 0 0,0 0 0,0 1 0,0-1 0,0 1 0,1 0 0,-1 0 0,1 1 0,-1-1 0,1 1 0,0 0 0,-1 0 0,1 1 0,0-1 0,0 1 0,-1 0 0,1 1 0,7 0 0,-9 0 7,1 1 0,-1-1-1,0 1 1,1 0 0,-1 0-1,0 0 1,0 0-1,-1 1 1,1-1 0,0 1-1,-1-1 1,0 1 0,1 0-1,-1 0 1,0 0 0,0 0-1,1 4 1,0 0-193,0 0 1,-1 0-1,1 0 0,-1 0 1,-1 0-1,0 0 1,1 13-1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39.7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602 300 24565,'0'12'0,"-1"0"0,0 0 0,-1 0 0,0-1 0,0 1 0,-1-1 0,-1 0 0,0 1 0,0-2 0,-1 1 0,0 0 0,0-1 0,-1 1 0,-1-2 0,1 1 0,-2 0 0,1-1 0,-1-1 0,0 1 0,-1-1 0,0 0 0,0-1 0,0 1 0,-1-2 0,0 1 0,0-1 0,0-1 0,-1 0 0,0 0 0,0-1 0,0 0 0,0 0 0,-1-1 0,1-1 0,-1 0 0,0 0 0,1-1 0,-1 0 0,0-1 0,0 0 0,0-1 0,1 0 0,-1-1 0,0 0 0,1 0 0,-1-1 0,1-1 0,0 0 0,0 0 0,0-1 0,0 0 0,1 0 0,0-1 0,0-1 0,0 1 0,1-2 0,0 1 0,0-1 0,0 0 0,1-1 0,0 1 0,1-1 0,-1-1 0,2 0 0,-1 1 0,1-2 0,1 1 0,0-1 0,0 0 0,1 1 0,0-2 0,0 1 0,1 0 0,1-1 0,0 1 0,0-1 0,1 0 0,0 0 0,1 0 0,0 1 0,1-1 0,0 0 0,1 0 0,0 1 0,0-1 0,1 1 0,1 0 0,0-1 0,0 2 0,1-1 0,0 0 0,0 1 0,1-1 0,1 2 0,-1-1 0,2 0 0,-1 1 0,1 1 0,0-1 0,1 1 0,0 0 0,0 1 0,0-1 0,1 2 0,0-1 0,0 1 0,0 1 0,1 0 0,0 0 0,0 1 0,0 0 0,0 0 0,1 1 0,-1 1 0,1 0 0,0 0 0,-1 1 0,1 0 0,0 1 0,0 0 0,0 1 0,-1 0 0,1 1 0,0 0 0,-1 0 0,1 1 0,-1 1 0,0 0 0,0 0 0,0 1 0,0 0 0,-1 0 0,0 1 0,0 1 0,0-1 0,-1 2 0,0-1 0,0 1 0,0 0 0,-1 1 0,0-1 0,-1 1 0,1 1 0,-2 0 0,1-1 0,-1 2 0,-1-1 0,0 1 0,0 0 0,-1-1 0,0 2 0,0-1 0,-1 0 0,-1 1 0,0-1 0,0 1 0,-1 0 0,0 0 0,-1-1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39.792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7 160 24575,'0'0'0,"-1"0"0,1 0 0,0 0 0,0 0 0,-1 0 0,1 0 0,0 0 0,0 0 0,-1 0 0,1 0 0,0 0 0,0 0 0,0 0 0,-1 1 0,1-1 0,0 0 0,0 0 0,0 0 0,-1 0 0,1 1 0,0-1 0,0 0 0,0 0 0,0 0 0,0 1 0,-1-1 0,1 0 0,0 0 0,0 0 0,0 1 0,0-1 0,0 0 0,0 0 0,0 1 0,0-1 0,0 0 0,0 0 0,0 1 0,0-1 0,0 0 0,0 1 0,5 15 0,10 11 0,-6-17 0,0 0 0,1-1 0,1 0 0,0 0 0,0-1 0,0-1 0,1 0 0,0 0 0,0-1 0,1-1 0,0 0 0,0-1 0,0 0 0,23 3 0,-32-7 0,-1 0 0,1-1 0,-1 0 0,0 1 0,0-1 0,1 0 0,-1-1 0,0 1 0,0-1 0,0 1 0,0-1 0,-1 0 0,1 0 0,0 0 0,-1 0 0,1 0 0,-1-1 0,0 1 0,0-1 0,0 0 0,0 0 0,2-3 0,7-10 0,-1-1 0,11-25 0,-18 35 0,-1 1 0,0 0 0,-1-1 0,0 0 0,0 1 0,0-1 0,-1 0 0,0 1 0,0-1 0,0 0 0,-1 0 0,-3-12 0,3 15 0,0 0 0,0 0 0,-1 0 0,0 0 0,1 0 0,-1 0 0,0 1 0,-1-1 0,1 1 0,-1-1 0,1 1 0,-1 0 0,0 0 0,0 0 0,0 0 0,-1 0 0,1 1 0,-1 0 0,1-1 0,-8-2 0,-7-1 0,0 0 0,-1 1 0,1 1 0,-1 1 0,-35-1 0,50 4 0,1-1 0,0 2 0,0-1 0,0 0 0,0 0 0,0 1 0,0 0 0,0-1 0,0 1 0,0 1 0,1-1 0,-1 0 0,0 1 0,0-1 0,1 1 0,-1 0 0,1-1 0,0 1 0,-4 5 0,5-5 0,0 0 0,0 0 0,0 0 0,1 0 0,-1 0 0,1 0 0,0 0 0,0 1 0,-1-1 0,2 0 0,-1 0 0,0 0 0,0 1 0,1-1 0,-1 0 0,1 0 0,-1 0 0,1 0 0,0 0 0,0 0 0,0 0 0,0 0 0,0 0 0,1 0 0,-1 0 0,0-1 0,1 1 0,2 2 0,3 4 0,1-1 0,1 1 0,-1-1 0,1 0 0,0-1 0,1 0 0,-1-1 0,1 0 0,0 0 0,0-1 0,1 0 0,19 4 0,-29-8 0,0 0 0,0 0 0,0 0 0,-1 0 0,1 0 0,0-1 0,0 1 0,-1 0 0,1 0 0,0-1 0,0 1 0,-1 0 0,1-1 0,0 1 0,-1-1 0,1 1 0,0-1 0,-1 1 0,1-1 0,-1 1 0,1-1 0,-1 1 0,1-1 0,-1 0 0,0 1 0,1-2 0,8-28 0,-8 22 0,-1-1 0,0 1 0,0 0 0,0 0 0,-3-9 0,3 16 0,0 0 0,0 0 0,0 0 0,0 0 0,-1 0 0,1 0 0,-1 0 0,1 0 0,-1 0 0,1 0 0,-1 0 0,1 0 0,-1 0 0,0 0 0,1 1 0,-1-1 0,0 0 0,0 0 0,1 1 0,-1-1 0,0 1 0,0-1 0,0 1 0,0-1 0,0 1 0,0-1 0,0 1 0,0 0 0,0 0 0,0-1 0,0 1 0,0 0 0,0 0 0,0 0 0,0 0 0,0 0 0,0 0 0,-1 1 0,1-1 0,0 0 0,0 0 0,0 1 0,0-1 0,1 1 0,-1-1 0,0 1 0,-2 0 0,1 1 0,-1 0 0,1-1 0,0 1 0,-1 0 0,1 0 0,0 0 0,0 0 0,0 0 0,1 1 0,-1-1 0,0 1 0,1-1 0,0 1 0,0-1 0,-1 1 0,0 5 0,1-3 14,0 0-1,1 0 0,-1 0 0,1 0 1,0 0-1,1-1 0,-1 1 1,3 9-1,-3-13-68,1 1 0,1 0 0,-1-1 0,0 0 0,0 1 0,0-1 0,1 0 0,-1 1 0,1-1 0,-1 0 0,1 0 0,-1 0 0,1 0 0,0-1 0,-1 1 0,1 0 0,0-1 0,0 1 0,-1-1 0,1 1 0,0-1 0,0 0 0,0 0 0,0 0 0,0 0 0,2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47.9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493 247 24563,'0'9'0,"-1"1"0,0-1 0,0 1 0,-1 0 0,0-1 0,0 0 0,-1 1 0,0-1 0,-1 0 0,0 0 0,0-1 0,0 1 0,-1-1 0,-1 0 0,1 0 0,-1 0 0,0 0 0,0-1 0,-1 0 0,0 0 0,0-1 0,-1 0 0,0 0 0,0-1 0,0 1 0,0-1 0,-1-1 0,1 0 0,-1 0 0,0 0 0,0-1 0,-1 0 0,1-1 0,0 0 0,-1 0 0,0-1 0,1 0 0,-1 0 0,1-1 0,-1 0 0,0-1 0,1 0 0,-1 0 0,0-1 0,1 0 0,0 0 0,-1-1 0,1 0 0,0-1 0,0 0 0,1 0 0,-1 0 0,1-1 0,0-1 0,0 1 0,0-1 0,0 0 0,1 0 0,0-1 0,0 0 0,1 0 0,0-1 0,0 0 0,1 0 0,-1 0 0,1 0 0,1-1 0,0 1 0,0-1 0,0 0 0,1 0 0,0-1 0,1 1 0,0 0 0,0-1 0,1 0 0,0 1 0,0-1 0,1 1 0,0-1 0,1 0 0,0 1 0,0-1 0,1 0 0,0 1 0,0 0 0,1-1 0,0 1 0,1 0 0,0 0 0,0 1 0,0-1 0,1 1 0,1 0 0,-1 0 0,1 0 0,0 0 0,0 1 0,1 0 0,0 0 0,0 1 0,1 0 0,0 0 0,0 1 0,0-1 0,0 1 0,1 1 0,-1 0 0,1 0 0,0 0 0,0 1 0,1 0 0,-1 1 0,0 0 0,1 0 0,0 1 0,-1 0 0,1 0 0,0 1 0,-1 0 0,1 1 0,-1 0 0,1 0 0,0 1 0,-1 0 0,0 0 0,1 1 0,-1 0 0,0 1 0,0 0 0,-1 0 0,1 0 0,-1 1 0,0 1 0,0-1 0,0 1 0,0 0 0,-1 0 0,0 1 0,0 0 0,-1 0 0,0 1 0,0 0 0,-1 0 0,1 0 0,-1 0 0,-1 1 0,0-1 0,0 1 0,0 0 0,-1 0 0,0 1 0,-1-1 0,0 0 0,0 1 0,-1 0 0,0-1 0,0 1 0,-1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47.9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60 263 24575,'-2'0'0,"0"-1"0,-1 0 0,1 0 0,0 0 0,0 0 0,0 0 0,0 0 0,0-1 0,0 1 0,0-1 0,0 1 0,0-1 0,1 0 0,-1 1 0,1-1 0,-1 0 0,1 0 0,0 0 0,-1-1 0,1 1 0,0 0 0,1 0 0,-1-1 0,0 1 0,1 0 0,-1-4 0,-1 1 0,1-1 0,0 1 0,0 0 0,1 0 0,0 0 0,-1 0 0,2-1 0,-1 1 0,1 0 0,0 0 0,0 0 0,0 0 0,3-9 0,1 7 0,-1 0 0,1 0 0,1 1 0,10-11 0,9-12 0,-25 29 0,0-1 0,0 1 0,0 0 0,1 0 0,-1-1 0,0 1 0,0 0 0,0-1 0,0 1 0,0 0 0,0 0 0,0-1 0,0 1 0,0 0 0,0-1 0,0 1 0,0 0 0,0 0 0,0-1 0,0 1 0,-1 0 0,1 0 0,0-1 0,0 1 0,0 0 0,0 0 0,0-1 0,-1 1 0,1 0 0,0 0 0,0-1 0,0 1 0,-1 0 0,1 0 0,0 0 0,0 0 0,-1-1 0,1 1 0,0 0 0,0 0 0,-1 0 0,1 0 0,0 0 0,-1 0 0,1 0 0,-23-5 0,21 5 0,1-1 0,-1 1 0,1 0 0,-1 0 0,0 0 0,1 0 0,-1 0 0,1 0 0,-1 0 0,1 0 0,-1 0 0,1 1 0,-1-1 0,1 1 0,-1-1 0,1 1 0,0 0 0,-1-1 0,1 1 0,0 0 0,-1 0 0,1 0 0,-1 1 0,8 23 0,-5-20 0,1 0 0,0-1 0,-1 1 0,0 0 0,0 0 0,-1 0 0,1 0 0,-1 0 0,0 0 0,-1 0 0,1-1 0,-1 1 0,-1 6 0,2-11 0,0 0 0,0 0 0,0 1 0,0-1 0,-1 0 0,1 0 0,0 0 0,0 0 0,0 0 0,0 0 0,0 0 0,0 0 0,0 0 0,-1 0 0,1 0 0,0 1 0,0-1 0,0 0 0,0 0 0,0 0 0,-1 0 0,1 0 0,0 0 0,0 0 0,0 0 0,0 0 0,0 0 0,-1-1 0,1 1 0,0 0 0,0 0 0,0 0 0,0 0 0,0 0 0,-1 0 0,1 0 0,0 0 0,0 0 0,0 0 0,0 0 0,0 0 0,0-1 0,0 1 0,0 0 0,-1 0 0,1 0 0,0 0 0,0 0 0,0 0 0,0-1 0,0 1 0,0 0 0,0 0 0,-6-14 0,0-14 0,6 26 0,0 0 0,0 0 0,0 0 0,0 1 0,0-1 0,0 0 0,0 0 0,1 0 0,-1 1 0,1-1 0,-1 0 0,1 0 0,0 1 0,0-1 0,-1 1 0,1-1 0,0 0 0,0 1 0,1 0 0,1-3 0,-2 3 0,1 1 0,-1-1 0,0 1 0,1-1 0,-1 1 0,1-1 0,-1 1 0,1 0 0,-1 0 0,1 0 0,0 0 0,-1 0 0,1 0 0,-1 0 0,1 0 0,-1 1 0,1-1 0,-1 1 0,2 0 0,3 1 0,0 1 0,0 0 0,-1 0 0,1 1 0,-1-1 0,0 1 0,0 0 0,0 1 0,0-1 0,5 8 0,15 35 0,-19-35 0,0 0 0,1 0 0,0 0 0,14 16 0,-19-26 0,0 0 0,0 0 0,0 0 0,0 0 0,0 0 0,1-1 0,-1 1 0,1-1 0,-1 0 0,1 0 0,-1 0 0,1 0 0,0 0 0,-1 0 0,1-1 0,0 1 0,0-1 0,0 0 0,-1 1 0,1-1 0,0-1 0,0 1 0,0 0 0,-1-1 0,1 1 0,0-1 0,2-1 0,-2 0 0,0 1 0,-1-1 0,1 0 0,-1 0 0,0 0 0,1 0 0,-1 0 0,0 0 0,0-1 0,0 1 0,-1-1 0,1 1 0,0-1 0,-1 0 0,0 0 0,0 1 0,0-1 0,0 0 0,0 0 0,0 0 0,-1 0 0,0-1 0,1 1 0,-1 0 0,0 0 0,0 0 0,-1-3 0,0-6 0,0 0 0,-1 0 0,0 1 0,-1-1 0,-7-19 0,7 25 0,-1 0 0,0 1 0,0-1 0,0 1 0,-1 0 0,0 0 0,0 1 0,0 0 0,0-1 0,-1 2 0,1-1 0,-1 1 0,-7-4 0,3 3 0,0-1 0,0 1 0,0 1 0,0-1 0,0 2 0,-1 0 0,-16-2 0,22 4 0,1 0 0,-1 1 0,1 0 0,-1 0 0,1 0 0,-1 0 0,1 0 0,0 1 0,0 0 0,0 0 0,0 0 0,0 0 0,0 1 0,0 0 0,1-1 0,-1 1 0,1 1 0,0-1 0,0 0 0,0 1 0,0 0 0,1-1 0,0 1 0,-1 0 0,1 0 0,0 0 0,1 1 0,-1-1 0,0 7 0,-1-2 0,1 0 0,0 0 0,1 0 0,0 1 0,1-1 0,0 0 0,0 0 0,1 1 0,0-1 0,1 0 0,0 0 0,0 0 0,6 14 0,-5-19 0,-1-1 0,1 1 0,0-1 0,0 0 0,0 0 0,0 0 0,1 0 0,-1-1 0,1 1 0,0-1 0,0 0 0,-1 0 0,1 0 0,1-1 0,-1 1 0,0-1 0,0 0 0,0 0 0,1-1 0,-1 1 0,0-1 0,1 0 0,-1 0 0,8-1 0,-5 1 0,0-1 0,-1 1 0,1-1 0,-1-1 0,0 1 0,1-1 0,-1 0 0,0-1 0,0 1 0,0-1 0,0-1 0,0 1 0,-1-1 0,0 0 0,10-8 0,-13 8 0,1-1 0,-1 1 0,1 0 0,-1-1 0,-1 1 0,1-1 0,-1 0 0,0 0 0,0 1 0,0-1 0,0 0 0,-1 0 0,0 0 0,0 0 0,0 0 0,-1 0 0,0 0 0,0 1 0,0-1 0,-3-8 0,3 10 0,0 0 0,0 1 0,-1-1 0,1 1 0,0-1 0,-1 1 0,0 0 0,0 0 0,1-1 0,-1 1 0,-1 0 0,1 0 0,0 1 0,0-1 0,-1 0 0,1 1 0,-1 0 0,1-1 0,-1 1 0,1 0 0,-1 0 0,0 1 0,0-1 0,1 0 0,-1 1 0,0 0 0,0-1 0,0 1 0,0 0 0,1 1 0,-1-1 0,0 0 0,0 1 0,0 0 0,1-1 0,-5 3 0,5-2 0,0 0 0,0 0 0,-1 1 0,1-1 0,0 1 0,0 0 0,1-1 0,-1 1 0,0 0 0,1 0 0,-1 0 0,1 0 0,-1 0 0,1 1 0,0-1 0,0 0 0,0 0 0,0 1 0,1-1 0,-1 1 0,0-1 0,1 1 0,0-1 0,0 1 0,-1-1 0,2 1 0,-1-1 0,0 1 0,0-1 0,1 1 0,-1-1 0,1 1 0,0-1 0,0 1 0,0-1 0,0 0 0,2 3 0,-3-5-3,1 1-1,-1-1 0,0 1 1,1 0-1,-1-1 0,1 1 1,-1 0-1,0 0 0,1-1 1,-1 1-1,0 0 0,0-1 1,0 1-1,0 0 0,0 0 1,0-1-1,0 1 0,0 0 1,0 0-1,0 0 0,0 0 1,-11 1 203,11-2-233,-1 0 0,1 0 0,-1 0 0,1 0 0,-1 0 0,1 0 0,-1 0 0,1 0 0,-1-1 0,1 1 0,-1 0 0,1 0 0,-1 0 0,1-1 0,0 1 0,-1 0 0,1 0 0,-1-1 0,1 1 0,0 0 0,-1-1 0,1 1 0,0-1 0,-1 1 0,1 0 0,0-1 0,0 1 0,-1-1 0,1 1 0,0-1 0,0 1 0,0-1 0,0 1 0,-1-1 0,1 1 0,0-1 0,0 1 0,0-1 0,0 1 0,0-1 0,0 1 0,0-1 0,1 1 0,-1-1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47.9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105 169 24575,'-80'-80'0,"79"78"0,0 1 0,-1-1 0,1 0 0,0 1 0,0-1 0,0 0 0,0 0 0,0 1 0,0-1 0,1 0 0,-1 0 0,1 0 0,-1 0 0,1 0 0,0 0 0,-1 0 0,1 0 0,0 0 0,1 0 0,-1 0 0,0 0 0,0 0 0,1 0 0,-1 0 0,1 0 0,1-3 0,-2 5 0,1 1 0,0-1 0,-1 0 0,0 1 0,1-1 0,-1 1 0,1-1 0,-1 0 0,1 1 0,-1-1 0,0 1 0,1-1 0,-1 1 0,0-1 0,0 1 0,1 0 0,-1-1 0,0 1 0,0-1 0,0 1 0,0 0 0,1-1 0,-1 1 0,0-1 0,0 1 0,0 0 0,0-1 0,-1 1 0,1 0 0,3 23 0,-2-7 0,0 36 0,-1-51 0,0 1 0,0 0 0,0-1 0,0 1 0,-1 0 0,0-1 0,1 1 0,-1-1 0,0 1 0,0-1 0,0 1 0,-1-1 0,1 0 0,-3 4 0,4-6 0,0 0 0,0 0 0,0 0 0,-1 0 0,1 0 0,0 1 0,0-1 0,0 0 0,0 0 0,-1 0 0,1 0 0,0 0 0,0 0 0,0 0 0,-1 0 0,1 0 0,0 0 0,0 0 0,0 0 0,-1 0 0,1 0 0,0 0 0,0 0 0,0 0 0,-1 0 0,1 0 0,0 0 0,0 0 0,0 0 0,-1 0 0,1 0 0,0-1 0,0 1 0,0 0 0,0 0 0,-1 0 0,1 0 0,0 0 0,0 0 0,0-1 0,0 1 0,0 0 0,-1 0 0,1 0 0,0-1 0,0 1 0,0 0 0,0 0 0,-5-18 0,4-15 0,2 25 0,2 1 0,-1-1 0,1 1 0,0-1 0,1 1 0,0 0 0,0 0 0,0 1 0,1-1 0,0 1 0,0 0 0,7-6 0,-9 8 0,1 1 0,-1 0 0,1 0 0,0 0 0,0 0 0,0 1 0,0-1 0,0 1 0,1 0 0,-1 0 0,1 1 0,-1-1 0,1 1 0,0 0 0,-1 0 0,1 1 0,0-1 0,0 1 0,-1 0 0,1 1 0,7 0 0,-9 0 7,1 1 0,-1-1-1,0 1 1,1 0 0,-1 0-1,0 0 1,0 0-1,-1 1 1,1-1 0,0 1-1,-1-1 1,0 1 0,1 0-1,-1 0 1,0 0 0,0 0-1,1 4 1,0 0-193,0 0 1,-1 0-1,1 0 0,-1 0 1,-1 0-1,0 0 1,1 13-1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47.9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602 300 24565,'0'12'0,"-1"0"0,0 0 0,-1 0 0,0-1 0,0 1 0,-1-1 0,-1 0 0,0 1 0,0-2 0,-1 1 0,0 0 0,0-1 0,-1 1 0,-1-2 0,1 1 0,-2 0 0,1-1 0,-1-1 0,0 1 0,-1-1 0,0 0 0,0-1 0,0 1 0,-1-2 0,0 1 0,0-1 0,0-1 0,-1 0 0,0 0 0,0-1 0,0 0 0,0 0 0,-1-1 0,1-1 0,-1 0 0,0 0 0,1-1 0,-1 0 0,0-1 0,0 0 0,0-1 0,1 0 0,-1-1 0,0 0 0,1 0 0,-1-1 0,1-1 0,0 0 0,0 0 0,0-1 0,0 0 0,1 0 0,0-1 0,0-1 0,0 1 0,1-2 0,0 1 0,0-1 0,0 0 0,1-1 0,0 1 0,1-1 0,-1-1 0,2 0 0,-1 1 0,1-2 0,1 1 0,0-1 0,0 0 0,1 1 0,0-2 0,0 1 0,1 0 0,1-1 0,0 1 0,0-1 0,1 0 0,0 0 0,1 0 0,0 1 0,1-1 0,0 0 0,1 0 0,0 1 0,0-1 0,1 1 0,1 0 0,0-1 0,0 2 0,1-1 0,0 0 0,0 1 0,1-1 0,1 2 0,-1-1 0,2 0 0,-1 1 0,1 1 0,0-1 0,1 1 0,0 0 0,0 1 0,0-1 0,1 2 0,0-1 0,0 1 0,0 1 0,1 0 0,0 0 0,0 1 0,0 0 0,0 0 0,1 1 0,-1 1 0,1 0 0,0 0 0,-1 1 0,1 0 0,0 1 0,0 0 0,0 1 0,-1 0 0,1 1 0,0 0 0,-1 0 0,1 1 0,-1 1 0,0 0 0,0 0 0,0 1 0,0 0 0,-1 0 0,0 1 0,0 1 0,0-1 0,-1 2 0,0-1 0,0 1 0,0 0 0,-1 1 0,0-1 0,-1 1 0,1 1 0,-2 0 0,1-1 0,-1 2 0,-1-1 0,0 1 0,0 0 0,-1-1 0,0 2 0,0-1 0,-1 0 0,-1 1 0,0-1 0,0 1 0,-1 0 0,0 0 0,-1-1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47.982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7 160 24575,'0'0'0,"-1"0"0,1 0 0,0 0 0,0 0 0,-1 0 0,1 0 0,0 0 0,0 0 0,-1 0 0,1 0 0,0 0 0,0 0 0,0 0 0,-1 1 0,1-1 0,0 0 0,0 0 0,0 0 0,-1 0 0,1 1 0,0-1 0,0 0 0,0 0 0,0 0 0,0 1 0,-1-1 0,1 0 0,0 0 0,0 0 0,0 1 0,0-1 0,0 0 0,0 0 0,0 1 0,0-1 0,0 0 0,0 0 0,0 1 0,0-1 0,0 0 0,0 1 0,5 15 0,10 11 0,-6-17 0,0 0 0,1-1 0,1 0 0,0 0 0,0-1 0,0-1 0,1 0 0,0 0 0,0-1 0,1-1 0,0 0 0,0-1 0,0 0 0,23 3 0,-32-7 0,-1 0 0,1-1 0,-1 0 0,0 1 0,0-1 0,1 0 0,-1-1 0,0 1 0,0-1 0,0 1 0,0-1 0,-1 0 0,1 0 0,0 0 0,-1 0 0,1 0 0,-1-1 0,0 1 0,0-1 0,0 0 0,0 0 0,2-3 0,7-10 0,-1-1 0,11-25 0,-18 35 0,-1 1 0,0 0 0,-1-1 0,0 0 0,0 1 0,0-1 0,-1 0 0,0 1 0,0-1 0,0 0 0,-1 0 0,-3-12 0,3 15 0,0 0 0,0 0 0,-1 0 0,0 0 0,1 0 0,-1 0 0,0 1 0,-1-1 0,1 1 0,-1-1 0,1 1 0,-1 0 0,0 0 0,0 0 0,0 0 0,-1 0 0,1 1 0,-1 0 0,1-1 0,-8-2 0,-7-1 0,0 0 0,-1 1 0,1 1 0,-1 1 0,-35-1 0,50 4 0,1-1 0,0 2 0,0-1 0,0 0 0,0 0 0,0 1 0,0 0 0,0-1 0,0 1 0,0 1 0,1-1 0,-1 0 0,0 1 0,0-1 0,1 1 0,-1 0 0,1-1 0,0 1 0,-4 5 0,5-5 0,0 0 0,0 0 0,0 0 0,1 0 0,-1 0 0,1 0 0,0 0 0,0 1 0,-1-1 0,2 0 0,-1 0 0,0 0 0,0 1 0,1-1 0,-1 0 0,1 0 0,-1 0 0,1 0 0,0 0 0,0 0 0,0 0 0,0 0 0,0 0 0,1 0 0,-1 0 0,0-1 0,1 1 0,2 2 0,3 4 0,1-1 0,1 1 0,-1-1 0,1 0 0,0-1 0,1 0 0,-1-1 0,1 0 0,0 0 0,0-1 0,1 0 0,19 4 0,-29-8 0,0 0 0,0 0 0,0 0 0,-1 0 0,1 0 0,0-1 0,0 1 0,-1 0 0,1 0 0,0-1 0,0 1 0,-1 0 0,1-1 0,0 1 0,-1-1 0,1 1 0,0-1 0,-1 1 0,1-1 0,-1 1 0,1-1 0,-1 1 0,1-1 0,-1 0 0,0 1 0,1-2 0,8-28 0,-8 22 0,-1-1 0,0 1 0,0 0 0,0 0 0,-3-9 0,3 16 0,0 0 0,0 0 0,0 0 0,0 0 0,-1 0 0,1 0 0,-1 0 0,1 0 0,-1 0 0,1 0 0,-1 0 0,1 0 0,-1 0 0,0 0 0,1 1 0,-1-1 0,0 0 0,0 0 0,1 1 0,-1-1 0,0 1 0,0-1 0,0 1 0,0-1 0,0 1 0,0-1 0,0 1 0,0 0 0,0 0 0,0-1 0,0 1 0,0 0 0,0 0 0,0 0 0,0 0 0,0 0 0,0 0 0,-1 1 0,1-1 0,0 0 0,0 0 0,0 1 0,0-1 0,1 1 0,-1-1 0,0 1 0,-2 0 0,1 1 0,-1 0 0,1-1 0,0 1 0,-1 0 0,1 0 0,0 0 0,0 0 0,0 0 0,1 1 0,-1-1 0,0 1 0,1-1 0,0 1 0,0-1 0,-1 1 0,0 5 0,1-3 14,0 0-1,1 0 0,-1 0 0,1 0 1,0 0-1,1-1 0,-1 1 1,3 9-1,-3-13-68,1 1 0,1 0 0,-1-1 0,0 0 0,0 1 0,0-1 0,1 0 0,-1 1 0,1-1 0,-1 0 0,1 0 0,-1 0 0,1 0 0,0-1 0,-1 1 0,1 0 0,0-1 0,0 1 0,-1-1 0,1 1 0,0-1 0,0 0 0,0 0 0,0 0 0,0 0 0,2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57.34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493 247 24563,'0'9'0,"-1"1"0,0-1 0,0 1 0,-1 0 0,0-1 0,0 0 0,-1 1 0,0-1 0,-1 0 0,0 0 0,0-1 0,0 1 0,-1-1 0,-1 0 0,1 0 0,-1 0 0,0 0 0,0-1 0,-1 0 0,0 0 0,0-1 0,-1 0 0,0 0 0,0-1 0,0 1 0,0-1 0,-1-1 0,1 0 0,-1 0 0,0 0 0,0-1 0,-1 0 0,1-1 0,0 0 0,-1 0 0,0-1 0,1 0 0,-1 0 0,1-1 0,-1 0 0,0-1 0,1 0 0,-1 0 0,0-1 0,1 0 0,0 0 0,-1-1 0,1 0 0,0-1 0,0 0 0,1 0 0,-1 0 0,1-1 0,0-1 0,0 1 0,0-1 0,0 0 0,1 0 0,0-1 0,0 0 0,1 0 0,0-1 0,0 0 0,1 0 0,-1 0 0,1 0 0,1-1 0,0 1 0,0-1 0,0 0 0,1 0 0,0-1 0,1 1 0,0 0 0,0-1 0,1 0 0,0 1 0,0-1 0,1 1 0,0-1 0,1 0 0,0 1 0,0-1 0,1 0 0,0 1 0,0 0 0,1-1 0,0 1 0,1 0 0,0 0 0,0 1 0,0-1 0,1 1 0,1 0 0,-1 0 0,1 0 0,0 0 0,0 1 0,1 0 0,0 0 0,0 1 0,1 0 0,0 0 0,0 1 0,0-1 0,0 1 0,1 1 0,-1 0 0,1 0 0,0 0 0,0 1 0,1 0 0,-1 1 0,0 0 0,1 0 0,0 1 0,-1 0 0,1 0 0,0 1 0,-1 0 0,1 1 0,-1 0 0,1 0 0,0 1 0,-1 0 0,0 0 0,1 1 0,-1 0 0,0 1 0,0 0 0,-1 0 0,1 0 0,-1 1 0,0 1 0,0-1 0,0 1 0,0 0 0,-1 0 0,0 1 0,0 0 0,-1 0 0,0 1 0,0 0 0,-1 0 0,1 0 0,-1 0 0,-1 1 0,0-1 0,0 1 0,0 0 0,-1 0 0,0 1 0,-1-1 0,0 0 0,0 1 0,-1 0 0,0-1 0,0 1 0,-1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57.3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60 263 24575,'-2'0'0,"0"-1"0,-1 0 0,1 0 0,0 0 0,0 0 0,0 0 0,0 0 0,0-1 0,0 1 0,0-1 0,0 1 0,0-1 0,1 0 0,-1 1 0,1-1 0,-1 0 0,1 0 0,0 0 0,-1-1 0,1 1 0,0 0 0,1 0 0,-1-1 0,0 1 0,1 0 0,-1-4 0,-1 1 0,1-1 0,0 1 0,0 0 0,1 0 0,0 0 0,-1 0 0,2-1 0,-1 1 0,1 0 0,0 0 0,0 0 0,0 0 0,3-9 0,1 7 0,-1 0 0,1 0 0,1 1 0,10-11 0,9-12 0,-25 29 0,0-1 0,0 1 0,0 0 0,1 0 0,-1-1 0,0 1 0,0 0 0,0-1 0,0 1 0,0 0 0,0 0 0,0-1 0,0 1 0,0 0 0,0-1 0,0 1 0,0 0 0,0 0 0,0-1 0,0 1 0,-1 0 0,1 0 0,0-1 0,0 1 0,0 0 0,0 0 0,0-1 0,-1 1 0,1 0 0,0 0 0,0-1 0,0 1 0,-1 0 0,1 0 0,0 0 0,0 0 0,-1-1 0,1 1 0,0 0 0,0 0 0,-1 0 0,1 0 0,0 0 0,-1 0 0,1 0 0,-23-5 0,21 5 0,1-1 0,-1 1 0,1 0 0,-1 0 0,0 0 0,1 0 0,-1 0 0,1 0 0,-1 0 0,1 0 0,-1 0 0,1 1 0,-1-1 0,1 1 0,-1-1 0,1 1 0,0 0 0,-1-1 0,1 1 0,0 0 0,-1 0 0,1 0 0,-1 1 0,8 23 0,-5-20 0,1 0 0,0-1 0,-1 1 0,0 0 0,0 0 0,-1 0 0,1 0 0,-1 0 0,0 0 0,-1 0 0,1-1 0,-1 1 0,-1 6 0,2-11 0,0 0 0,0 0 0,0 1 0,0-1 0,-1 0 0,1 0 0,0 0 0,0 0 0,0 0 0,0 0 0,0 0 0,0 0 0,0 0 0,-1 0 0,1 0 0,0 1 0,0-1 0,0 0 0,0 0 0,0 0 0,-1 0 0,1 0 0,0 0 0,0 0 0,0 0 0,0 0 0,0 0 0,-1-1 0,1 1 0,0 0 0,0 0 0,0 0 0,0 0 0,0 0 0,-1 0 0,1 0 0,0 0 0,0 0 0,0 0 0,0 0 0,0 0 0,0-1 0,0 1 0,0 0 0,-1 0 0,1 0 0,0 0 0,0 0 0,0 0 0,0-1 0,0 1 0,0 0 0,0 0 0,-6-14 0,0-14 0,6 26 0,0 0 0,0 0 0,0 0 0,0 1 0,0-1 0,0 0 0,0 0 0,1 0 0,-1 1 0,1-1 0,-1 0 0,1 0 0,0 1 0,0-1 0,-1 1 0,1-1 0,0 0 0,0 1 0,1 0 0,1-3 0,-2 3 0,1 1 0,-1-1 0,0 1 0,1-1 0,-1 1 0,1-1 0,-1 1 0,1 0 0,-1 0 0,1 0 0,0 0 0,-1 0 0,1 0 0,-1 0 0,1 0 0,-1 1 0,1-1 0,-1 1 0,2 0 0,3 1 0,0 1 0,0 0 0,-1 0 0,1 1 0,-1-1 0,0 1 0,0 0 0,0 1 0,0-1 0,5 8 0,15 35 0,-19-35 0,0 0 0,1 0 0,0 0 0,14 16 0,-19-26 0,0 0 0,0 0 0,0 0 0,0 0 0,0 0 0,1-1 0,-1 1 0,1-1 0,-1 0 0,1 0 0,-1 0 0,1 0 0,0 0 0,-1 0 0,1-1 0,0 1 0,0-1 0,0 0 0,-1 1 0,1-1 0,0-1 0,0 1 0,0 0 0,-1-1 0,1 1 0,0-1 0,2-1 0,-2 0 0,0 1 0,-1-1 0,1 0 0,-1 0 0,0 0 0,1 0 0,-1 0 0,0 0 0,0-1 0,0 1 0,-1-1 0,1 1 0,0-1 0,-1 0 0,0 0 0,0 1 0,0-1 0,0 0 0,0 0 0,0 0 0,-1 0 0,0-1 0,1 1 0,-1 0 0,0 0 0,0 0 0,-1-3 0,0-6 0,0 0 0,-1 0 0,0 1 0,-1-1 0,-7-19 0,7 25 0,-1 0 0,0 1 0,0-1 0,0 1 0,-1 0 0,0 0 0,0 1 0,0 0 0,0-1 0,-1 2 0,1-1 0,-1 1 0,-7-4 0,3 3 0,0-1 0,0 1 0,0 1 0,0-1 0,0 2 0,-1 0 0,-16-2 0,22 4 0,1 0 0,-1 1 0,1 0 0,-1 0 0,1 0 0,-1 0 0,1 0 0,0 1 0,0 0 0,0 0 0,0 0 0,0 0 0,0 1 0,0 0 0,1-1 0,-1 1 0,1 1 0,0-1 0,0 0 0,0 1 0,0 0 0,1-1 0,0 1 0,-1 0 0,1 0 0,0 0 0,1 1 0,-1-1 0,0 7 0,-1-2 0,1 0 0,0 0 0,1 0 0,0 1 0,1-1 0,0 0 0,0 0 0,1 1 0,0-1 0,1 0 0,0 0 0,0 0 0,6 14 0,-5-19 0,-1-1 0,1 1 0,0-1 0,0 0 0,0 0 0,0 0 0,1 0 0,-1-1 0,1 1 0,0-1 0,0 0 0,-1 0 0,1 0 0,1-1 0,-1 1 0,0-1 0,0 0 0,0 0 0,1-1 0,-1 1 0,0-1 0,1 0 0,-1 0 0,8-1 0,-5 1 0,0-1 0,-1 1 0,1-1 0,-1-1 0,0 1 0,1-1 0,-1 0 0,0-1 0,0 1 0,0-1 0,0-1 0,0 1 0,-1-1 0,0 0 0,10-8 0,-13 8 0,1-1 0,-1 1 0,1 0 0,-1-1 0,-1 1 0,1-1 0,-1 0 0,0 0 0,0 1 0,0-1 0,0 0 0,-1 0 0,0 0 0,0 0 0,0 0 0,-1 0 0,0 0 0,0 1 0,0-1 0,-3-8 0,3 10 0,0 0 0,0 1 0,-1-1 0,1 1 0,0-1 0,-1 1 0,0 0 0,0 0 0,1-1 0,-1 1 0,-1 0 0,1 0 0,0 1 0,0-1 0,-1 0 0,1 1 0,-1 0 0,1-1 0,-1 1 0,1 0 0,-1 0 0,0 1 0,0-1 0,1 0 0,-1 1 0,0 0 0,0-1 0,0 1 0,0 0 0,1 1 0,-1-1 0,0 0 0,0 1 0,0 0 0,1-1 0,-5 3 0,5-2 0,0 0 0,0 0 0,-1 1 0,1-1 0,0 1 0,0 0 0,1-1 0,-1 1 0,0 0 0,1 0 0,-1 0 0,1 0 0,-1 0 0,1 1 0,0-1 0,0 0 0,0 0 0,0 1 0,1-1 0,-1 1 0,0-1 0,1 1 0,0-1 0,0 1 0,-1-1 0,2 1 0,-1-1 0,0 1 0,0-1 0,1 1 0,-1-1 0,1 1 0,0-1 0,0 1 0,0-1 0,0 0 0,2 3 0,-3-5-3,1 1-1,-1-1 0,0 1 1,1 0-1,-1-1 0,1 1 1,-1 0-1,0 0 0,1-1 1,-1 1-1,0 0 0,0-1 1,0 1-1,0 0 0,0 0 1,0-1-1,0 1 0,0 0 1,0 0-1,0 0 0,0 0 1,-11 1 203,11-2-233,-1 0 0,1 0 0,-1 0 0,1 0 0,-1 0 0,1 0 0,-1 0 0,1 0 0,-1-1 0,1 1 0,-1 0 0,1 0 0,-1 0 0,1-1 0,0 1 0,-1 0 0,1 0 0,-1-1 0,1 1 0,0 0 0,-1-1 0,1 1 0,0-1 0,-1 1 0,1 0 0,0-1 0,0 1 0,-1-1 0,1 1 0,0-1 0,0 1 0,0-1 0,0 1 0,-1-1 0,1 1 0,0-1 0,0 1 0,0-1 0,0 1 0,0-1 0,0 1 0,0-1 0,1 1 0,-1-1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57.34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105 169 24575,'-80'-80'0,"79"78"0,0 1 0,-1-1 0,1 0 0,0 1 0,0-1 0,0 0 0,0 0 0,0 1 0,0-1 0,1 0 0,-1 0 0,1 0 0,-1 0 0,1 0 0,0 0 0,-1 0 0,1 0 0,0 0 0,1 0 0,-1 0 0,0 0 0,0 0 0,1 0 0,-1 0 0,1 0 0,1-3 0,-2 5 0,1 1 0,0-1 0,-1 0 0,0 1 0,1-1 0,-1 1 0,1-1 0,-1 0 0,1 1 0,-1-1 0,0 1 0,1-1 0,-1 1 0,0-1 0,0 1 0,1 0 0,-1-1 0,0 1 0,0-1 0,0 1 0,0 0 0,1-1 0,-1 1 0,0-1 0,0 1 0,0 0 0,0-1 0,-1 1 0,1 0 0,3 23 0,-2-7 0,0 36 0,-1-51 0,0 1 0,0 0 0,0-1 0,0 1 0,-1 0 0,0-1 0,1 1 0,-1-1 0,0 1 0,0-1 0,0 1 0,-1-1 0,1 0 0,-3 4 0,4-6 0,0 0 0,0 0 0,0 0 0,-1 0 0,1 0 0,0 1 0,0-1 0,0 0 0,0 0 0,-1 0 0,1 0 0,0 0 0,0 0 0,0 0 0,-1 0 0,1 0 0,0 0 0,0 0 0,0 0 0,-1 0 0,1 0 0,0 0 0,0 0 0,0 0 0,-1 0 0,1 0 0,0 0 0,0 0 0,0 0 0,-1 0 0,1 0 0,0-1 0,0 1 0,0 0 0,0 0 0,-1 0 0,1 0 0,0 0 0,0 0 0,0-1 0,0 1 0,0 0 0,-1 0 0,1 0 0,0-1 0,0 1 0,0 0 0,0 0 0,-5-18 0,4-15 0,2 25 0,2 1 0,-1-1 0,1 1 0,0-1 0,1 1 0,0 0 0,0 0 0,0 1 0,1-1 0,0 1 0,0 0 0,7-6 0,-9 8 0,1 1 0,-1 0 0,1 0 0,0 0 0,0 0 0,0 1 0,0-1 0,0 1 0,1 0 0,-1 0 0,1 1 0,-1-1 0,1 1 0,0 0 0,-1 0 0,1 1 0,0-1 0,0 1 0,-1 0 0,1 1 0,7 0 0,-9 0 7,1 1 0,-1-1-1,0 1 1,1 0 0,-1 0-1,0 0 1,0 0-1,-1 1 1,1-1 0,0 1-1,-1-1 1,0 1 0,1 0-1,-1 0 1,0 0 0,0 0-1,1 4 1,0 0-193,0 0 1,-1 0-1,1 0 0,-1 0 1,-1 0-1,0 0 1,1 13-1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57.3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602 300 24565,'0'12'0,"-1"0"0,0 0 0,-1 0 0,0-1 0,0 1 0,-1-1 0,-1 0 0,0 1 0,0-2 0,-1 1 0,0 0 0,0-1 0,-1 1 0,-1-2 0,1 1 0,-2 0 0,1-1 0,-1-1 0,0 1 0,-1-1 0,0 0 0,0-1 0,0 1 0,-1-2 0,0 1 0,0-1 0,0-1 0,-1 0 0,0 0 0,0-1 0,0 0 0,0 0 0,-1-1 0,1-1 0,-1 0 0,0 0 0,1-1 0,-1 0 0,0-1 0,0 0 0,0-1 0,1 0 0,-1-1 0,0 0 0,1 0 0,-1-1 0,1-1 0,0 0 0,0 0 0,0-1 0,0 0 0,1 0 0,0-1 0,0-1 0,0 1 0,1-2 0,0 1 0,0-1 0,0 0 0,1-1 0,0 1 0,1-1 0,-1-1 0,2 0 0,-1 1 0,1-2 0,1 1 0,0-1 0,0 0 0,1 1 0,0-2 0,0 1 0,1 0 0,1-1 0,0 1 0,0-1 0,1 0 0,0 0 0,1 0 0,0 1 0,1-1 0,0 0 0,1 0 0,0 1 0,0-1 0,1 1 0,1 0 0,0-1 0,0 2 0,1-1 0,0 0 0,0 1 0,1-1 0,1 2 0,-1-1 0,2 0 0,-1 1 0,1 1 0,0-1 0,1 1 0,0 0 0,0 1 0,0-1 0,1 2 0,0-1 0,0 1 0,0 1 0,1 0 0,0 0 0,0 1 0,0 0 0,0 0 0,1 1 0,-1 1 0,1 0 0,0 0 0,-1 1 0,1 0 0,0 1 0,0 0 0,0 1 0,-1 0 0,1 1 0,0 0 0,-1 0 0,1 1 0,-1 1 0,0 0 0,0 0 0,0 1 0,0 0 0,-1 0 0,0 1 0,0 1 0,0-1 0,-1 2 0,0-1 0,0 1 0,0 0 0,-1 1 0,0-1 0,-1 1 0,1 1 0,-2 0 0,1-1 0,-1 2 0,-1-1 0,0 1 0,0 0 0,-1-1 0,0 2 0,0-1 0,-1 0 0,-1 1 0,0-1 0,0 1 0,-1 0 0,0 0 0,-1-1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04:57.350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7 160 24575,'0'0'0,"-1"0"0,1 0 0,0 0 0,0 0 0,-1 0 0,1 0 0,0 0 0,0 0 0,-1 0 0,1 0 0,0 0 0,0 0 0,0 0 0,-1 1 0,1-1 0,0 0 0,0 0 0,0 0 0,-1 0 0,1 1 0,0-1 0,0 0 0,0 0 0,0 0 0,0 1 0,-1-1 0,1 0 0,0 0 0,0 0 0,0 1 0,0-1 0,0 0 0,0 0 0,0 1 0,0-1 0,0 0 0,0 0 0,0 1 0,0-1 0,0 0 0,0 1 0,5 15 0,10 11 0,-6-17 0,0 0 0,1-1 0,1 0 0,0 0 0,0-1 0,0-1 0,1 0 0,0 0 0,0-1 0,1-1 0,0 0 0,0-1 0,0 0 0,23 3 0,-32-7 0,-1 0 0,1-1 0,-1 0 0,0 1 0,0-1 0,1 0 0,-1-1 0,0 1 0,0-1 0,0 1 0,0-1 0,-1 0 0,1 0 0,0 0 0,-1 0 0,1 0 0,-1-1 0,0 1 0,0-1 0,0 0 0,0 0 0,2-3 0,7-10 0,-1-1 0,11-25 0,-18 35 0,-1 1 0,0 0 0,-1-1 0,0 0 0,0 1 0,0-1 0,-1 0 0,0 1 0,0-1 0,0 0 0,-1 0 0,-3-12 0,3 15 0,0 0 0,0 0 0,-1 0 0,0 0 0,1 0 0,-1 0 0,0 1 0,-1-1 0,1 1 0,-1-1 0,1 1 0,-1 0 0,0 0 0,0 0 0,0 0 0,-1 0 0,1 1 0,-1 0 0,1-1 0,-8-2 0,-7-1 0,0 0 0,-1 1 0,1 1 0,-1 1 0,-35-1 0,50 4 0,1-1 0,0 2 0,0-1 0,0 0 0,0 0 0,0 1 0,0 0 0,0-1 0,0 1 0,0 1 0,1-1 0,-1 0 0,0 1 0,0-1 0,1 1 0,-1 0 0,1-1 0,0 1 0,-4 5 0,5-5 0,0 0 0,0 0 0,0 0 0,1 0 0,-1 0 0,1 0 0,0 0 0,0 1 0,-1-1 0,2 0 0,-1 0 0,0 0 0,0 1 0,1-1 0,-1 0 0,1 0 0,-1 0 0,1 0 0,0 0 0,0 0 0,0 0 0,0 0 0,0 0 0,1 0 0,-1 0 0,0-1 0,1 1 0,2 2 0,3 4 0,1-1 0,1 1 0,-1-1 0,1 0 0,0-1 0,1 0 0,-1-1 0,1 0 0,0 0 0,0-1 0,1 0 0,19 4 0,-29-8 0,0 0 0,0 0 0,0 0 0,-1 0 0,1 0 0,0-1 0,0 1 0,-1 0 0,1 0 0,0-1 0,0 1 0,-1 0 0,1-1 0,0 1 0,-1-1 0,1 1 0,0-1 0,-1 1 0,1-1 0,-1 1 0,1-1 0,-1 1 0,1-1 0,-1 0 0,0 1 0,1-2 0,8-28 0,-8 22 0,-1-1 0,0 1 0,0 0 0,0 0 0,-3-9 0,3 16 0,0 0 0,0 0 0,0 0 0,0 0 0,-1 0 0,1 0 0,-1 0 0,1 0 0,-1 0 0,1 0 0,-1 0 0,1 0 0,-1 0 0,0 0 0,1 1 0,-1-1 0,0 0 0,0 0 0,1 1 0,-1-1 0,0 1 0,0-1 0,0 1 0,0-1 0,0 1 0,0-1 0,0 1 0,0 0 0,0 0 0,0-1 0,0 1 0,0 0 0,0 0 0,0 0 0,0 0 0,0 0 0,0 0 0,-1 1 0,1-1 0,0 0 0,0 0 0,0 1 0,0-1 0,1 1 0,-1-1 0,0 1 0,-2 0 0,1 1 0,-1 0 0,1-1 0,0 1 0,-1 0 0,1 0 0,0 0 0,0 0 0,0 0 0,1 1 0,-1-1 0,0 1 0,1-1 0,0 1 0,0-1 0,-1 1 0,0 5 0,1-3 14,0 0-1,1 0 0,-1 0 0,1 0 1,0 0-1,1-1 0,-1 1 1,3 9-1,-3-13-68,1 1 0,1 0 0,-1-1 0,0 0 0,0 1 0,0-1 0,1 0 0,-1 1 0,1-1 0,-1 0 0,1 0 0,-1 0 0,1 0 0,0-1 0,-1 1 0,1 0 0,0-1 0,0 1 0,-1-1 0,1 1 0,0-1 0,0 0 0,0 0 0,0 0 0,0 0 0,2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07:11.3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0,'0'1668,"0"-1645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07:43.4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1,'2002'0,"-1990"0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08:13.6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0,'1986'0,"-1964"0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08:26.1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1,'1523'844,"-1509"-836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08:46.1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0 908,'1572'-907,"-1573"907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09:03.8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1,'30'1702,"-30"-1684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09:23.0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1,'2185'1899,"-2170"-1886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10:39.5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1,'1499'0,"-1482"0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10:54.7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0,'1723'0,"-1797"0,49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11:06.4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1,'17'1002,"-16"-988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11:55.6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1,'-53'1517,"52"-1494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12:32.7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0,'1715'1715,"-1706"-1705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12:44.5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0,'1737'1310,"-1727"-1303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12:58.4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0,'1576'669,"-1564"-664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13:06.5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1,'3'1,"4"2,4 2,0-1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13:22.9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1 829,'1626'-829,"-1655"844,14-7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13:37.7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0,'0'1334,"0"-1316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13:59.123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0,'0'1272,"0"-1256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14:07.765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1,'1771'1022,"-1759"-1015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14:28.771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1 361,'2257'-358,"-2242"356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14:34.0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24426,'529'170'0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14:44.8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318 0 24200,'-318'465'0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15:26.7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24423,'172'529'0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15:37.2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608 0 24337,'-608'146'0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15:55.3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24512,'410'423'0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16:04.7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0 423 24233,'449'-423'0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9T23:38:34.44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729 0 24561,'0'2383'0,"728"-3026"0,-1456 1286 0,1-1286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679F0-AB77-46C9-83C9-7D5D731EFBE5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90F22-1568-400B-A303-BB3F0915A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75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90F22-1568-400B-A303-BB3F0915AB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266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90F22-1568-400B-A303-BB3F0915AB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71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90F22-1568-400B-A303-BB3F0915AB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34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90F22-1568-400B-A303-BB3F0915AB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496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90F22-1568-400B-A303-BB3F0915AB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54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90F22-1568-400B-A303-BB3F0915AB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18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90F22-1568-400B-A303-BB3F0915AB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29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A7B0-DE34-A3BE-FD2E-807B5DD44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AAA937-17BC-B199-5901-0EE8F56BA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05B48-C3DB-6B3C-C4D7-D11D8E6AE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05EDC-3683-487E-B97C-B2B27C6E27BF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3E9F5-116C-E45F-C76F-BDE2838A9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F08AF-8F1B-2F88-4CB4-BC4942C9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483E-59A3-4518-9D78-AA25DF203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4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C379B-5B40-A278-EEC4-E9F3F947D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B63B5-461E-EC56-8C3E-E8ACB180D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E4F09-BAC5-3B3D-73DC-AC3421A7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05EDC-3683-487E-B97C-B2B27C6E27BF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832C9-CE57-3C34-F6C6-2298EEBDE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635E0-D59A-8A12-A28C-7220E60A5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483E-59A3-4518-9D78-AA25DF203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950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8A4-193D-3028-D04F-4F4C23A00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8104C-9742-9C35-DE9A-7282F328C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8B693-6B43-8A1D-AD69-671CF3F75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05EDC-3683-487E-B97C-B2B27C6E27BF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DCC90-C44F-8EB7-4945-B57AE1B5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90EAC-4743-74BB-0B25-045AD41FF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483E-59A3-4518-9D78-AA25DF203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917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F6D6E-4830-5B25-4F1F-0F5E28CEA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2894A-BF98-E2F5-CC0D-FD5F895C8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A2D7A-826A-9816-D579-F5208FFA2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55978-6C2A-3FDB-665F-C1B11E9DD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05EDC-3683-487E-B97C-B2B27C6E27BF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FF04C-1B2E-98D0-FAD3-D234EBF6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28806-EDDD-7431-141A-1C469DA3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483E-59A3-4518-9D78-AA25DF203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46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40CCD-3E1B-E306-13B5-53BA06605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35DB0-4461-26EF-0B97-D9E0BF963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E3D63-B5D3-8347-1ECE-F83FC2DEB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C884B9-080A-9F93-6576-4554A8E0A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DAF37-5E4E-DAB6-C69B-FF9C092C9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DBC2E4-49E2-FE21-BD28-444AEE7A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05EDC-3683-487E-B97C-B2B27C6E27BF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77E8C7-3C18-6A95-93D3-9D16279B2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4624BE-5FCD-FB90-30E2-193DA6CE6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483E-59A3-4518-9D78-AA25DF203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6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2231-4B02-9D50-9B38-9BC6EC14D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BAD9F-37B6-173E-0F51-289CA6843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05EDC-3683-487E-B97C-B2B27C6E27BF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05FDB-83D2-287C-37D3-1A706540A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81849-E3E8-D8FC-91E4-AAE5ACCA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483E-59A3-4518-9D78-AA25DF203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35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0E7DB-3757-7A92-D1E6-BAB7E116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05EDC-3683-487E-B97C-B2B27C6E27BF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C1AE0-F4A1-AF2B-B924-40E6AE937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CB5E7-AC72-0143-640C-D8CE5A440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483E-59A3-4518-9D78-AA25DF203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84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6BB3-7955-BBFB-3F3E-44357E78A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5FD50-99EE-54DE-5272-C60C11CAB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2824C-35B8-E751-9FE7-C0263242C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C23D7-E7F7-7A11-0E44-B4D5A653D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05EDC-3683-487E-B97C-B2B27C6E27BF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30DE8-5ED5-9005-6224-E451969B7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1D21E-860E-64BF-F47F-F5756CB34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483E-59A3-4518-9D78-AA25DF203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22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E40D-1D84-F689-1D33-E9E25D422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6A181C-0157-F3A4-B867-D65B244F14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8604B-FBD2-FAA4-5081-82539928E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20C04F-4D24-F14F-45C3-986B603B0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05EDC-3683-487E-B97C-B2B27C6E27BF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C1898-514C-196D-8D89-00F37C5F0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85A60-8AB5-160D-C03B-2E5A68EC3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483E-59A3-4518-9D78-AA25DF203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57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7F056-0E2F-7570-DD43-D6F5E2D43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4FBF9-EA90-1B9D-DB04-4ED838F89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E55E0-7536-8669-8326-DAC2334F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05EDC-3683-487E-B97C-B2B27C6E27BF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8A902-B485-38A2-BE19-B9EC6971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2869C-5D60-EEA1-44A2-1725817A0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483E-59A3-4518-9D78-AA25DF203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36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162009-8D31-6FB7-9965-600514F4A1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32661-588B-563E-E177-2755A05C1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7095-D75D-6CE7-8217-A7F753154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05EDC-3683-487E-B97C-B2B27C6E27BF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630A9-FD26-4EF7-25DA-E77D9648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A7B4E-7D97-9A6B-5853-A1B6EACC6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483E-59A3-4518-9D78-AA25DF203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80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6EA0D9-B20E-5CB2-79CD-CB3985501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6C2B9-3BBB-06A1-8354-373969CF5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0020F-68BE-9E66-D127-E5645C3E2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C05EDC-3683-487E-B97C-B2B27C6E27BF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71ACD-A12E-6C31-6CE5-C3861083AA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130F8-4731-4019-8AC3-A60F6F287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DF483E-59A3-4518-9D78-AA25DF203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07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.xml"/><Relationship Id="rId18" Type="http://schemas.openxmlformats.org/officeDocument/2006/relationships/customXml" Target="../ink/ink15.xml"/><Relationship Id="rId26" Type="http://schemas.openxmlformats.org/officeDocument/2006/relationships/customXml" Target="../ink/ink23.xml"/><Relationship Id="rId39" Type="http://schemas.openxmlformats.org/officeDocument/2006/relationships/image" Target="../media/image38.png"/><Relationship Id="rId21" Type="http://schemas.openxmlformats.org/officeDocument/2006/relationships/customXml" Target="../ink/ink18.xml"/><Relationship Id="rId34" Type="http://schemas.openxmlformats.org/officeDocument/2006/relationships/customXml" Target="../ink/ink29.xml"/><Relationship Id="rId42" Type="http://schemas.openxmlformats.org/officeDocument/2006/relationships/customXml" Target="../ink/ink33.xml"/><Relationship Id="rId47" Type="http://schemas.openxmlformats.org/officeDocument/2006/relationships/image" Target="../media/image42.png"/><Relationship Id="rId50" Type="http://schemas.openxmlformats.org/officeDocument/2006/relationships/customXml" Target="../ink/ink37.xml"/><Relationship Id="rId55" Type="http://schemas.openxmlformats.org/officeDocument/2006/relationships/image" Target="../media/image46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6" Type="http://schemas.openxmlformats.org/officeDocument/2006/relationships/customXml" Target="../ink/ink13.xml"/><Relationship Id="rId29" Type="http://schemas.openxmlformats.org/officeDocument/2006/relationships/customXml" Target="../ink/ink26.xml"/><Relationship Id="rId11" Type="http://schemas.openxmlformats.org/officeDocument/2006/relationships/customXml" Target="../ink/ink8.xml"/><Relationship Id="rId24" Type="http://schemas.openxmlformats.org/officeDocument/2006/relationships/customXml" Target="../ink/ink21.xml"/><Relationship Id="rId32" Type="http://schemas.openxmlformats.org/officeDocument/2006/relationships/customXml" Target="../ink/ink28.xml"/><Relationship Id="rId37" Type="http://schemas.openxmlformats.org/officeDocument/2006/relationships/image" Target="../media/image37.png"/><Relationship Id="rId40" Type="http://schemas.openxmlformats.org/officeDocument/2006/relationships/customXml" Target="../ink/ink32.xml"/><Relationship Id="rId45" Type="http://schemas.openxmlformats.org/officeDocument/2006/relationships/image" Target="../media/image41.png"/><Relationship Id="rId53" Type="http://schemas.openxmlformats.org/officeDocument/2006/relationships/image" Target="../media/image45.png"/><Relationship Id="rId58" Type="http://schemas.openxmlformats.org/officeDocument/2006/relationships/customXml" Target="../ink/ink41.xml"/><Relationship Id="rId5" Type="http://schemas.openxmlformats.org/officeDocument/2006/relationships/image" Target="../media/image33.png"/><Relationship Id="rId61" Type="http://schemas.openxmlformats.org/officeDocument/2006/relationships/image" Target="../media/image49.png"/><Relationship Id="rId19" Type="http://schemas.openxmlformats.org/officeDocument/2006/relationships/customXml" Target="../ink/ink16.xml"/><Relationship Id="rId14" Type="http://schemas.openxmlformats.org/officeDocument/2006/relationships/customXml" Target="../ink/ink11.xml"/><Relationship Id="rId22" Type="http://schemas.openxmlformats.org/officeDocument/2006/relationships/customXml" Target="../ink/ink19.xml"/><Relationship Id="rId27" Type="http://schemas.openxmlformats.org/officeDocument/2006/relationships/customXml" Target="../ink/ink24.xml"/><Relationship Id="rId30" Type="http://schemas.openxmlformats.org/officeDocument/2006/relationships/customXml" Target="../ink/ink27.xml"/><Relationship Id="rId35" Type="http://schemas.openxmlformats.org/officeDocument/2006/relationships/image" Target="../media/image36.png"/><Relationship Id="rId43" Type="http://schemas.openxmlformats.org/officeDocument/2006/relationships/image" Target="../media/image40.png"/><Relationship Id="rId48" Type="http://schemas.openxmlformats.org/officeDocument/2006/relationships/customXml" Target="../ink/ink36.xml"/><Relationship Id="rId56" Type="http://schemas.openxmlformats.org/officeDocument/2006/relationships/customXml" Target="../ink/ink40.xml"/><Relationship Id="rId8" Type="http://schemas.openxmlformats.org/officeDocument/2006/relationships/customXml" Target="../ink/ink5.xml"/><Relationship Id="rId51" Type="http://schemas.openxmlformats.org/officeDocument/2006/relationships/image" Target="../media/image44.png"/><Relationship Id="rId3" Type="http://schemas.openxmlformats.org/officeDocument/2006/relationships/image" Target="../media/image32.png"/><Relationship Id="rId12" Type="http://schemas.openxmlformats.org/officeDocument/2006/relationships/customXml" Target="../ink/ink9.xml"/><Relationship Id="rId17" Type="http://schemas.openxmlformats.org/officeDocument/2006/relationships/customXml" Target="../ink/ink14.xml"/><Relationship Id="rId25" Type="http://schemas.openxmlformats.org/officeDocument/2006/relationships/customXml" Target="../ink/ink22.xml"/><Relationship Id="rId33" Type="http://schemas.openxmlformats.org/officeDocument/2006/relationships/image" Target="../media/image35.png"/><Relationship Id="rId38" Type="http://schemas.openxmlformats.org/officeDocument/2006/relationships/customXml" Target="../ink/ink31.xml"/><Relationship Id="rId46" Type="http://schemas.openxmlformats.org/officeDocument/2006/relationships/customXml" Target="../ink/ink35.xml"/><Relationship Id="rId59" Type="http://schemas.openxmlformats.org/officeDocument/2006/relationships/image" Target="../media/image48.png"/><Relationship Id="rId20" Type="http://schemas.openxmlformats.org/officeDocument/2006/relationships/customXml" Target="../ink/ink17.xml"/><Relationship Id="rId41" Type="http://schemas.openxmlformats.org/officeDocument/2006/relationships/image" Target="../media/image39.png"/><Relationship Id="rId54" Type="http://schemas.openxmlformats.org/officeDocument/2006/relationships/customXml" Target="../ink/ink3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customXml" Target="../ink/ink12.xml"/><Relationship Id="rId23" Type="http://schemas.openxmlformats.org/officeDocument/2006/relationships/customXml" Target="../ink/ink20.xml"/><Relationship Id="rId28" Type="http://schemas.openxmlformats.org/officeDocument/2006/relationships/customXml" Target="../ink/ink25.xml"/><Relationship Id="rId36" Type="http://schemas.openxmlformats.org/officeDocument/2006/relationships/customXml" Target="../ink/ink30.xml"/><Relationship Id="rId49" Type="http://schemas.openxmlformats.org/officeDocument/2006/relationships/image" Target="../media/image43.png"/><Relationship Id="rId57" Type="http://schemas.openxmlformats.org/officeDocument/2006/relationships/image" Target="../media/image47.png"/><Relationship Id="rId10" Type="http://schemas.openxmlformats.org/officeDocument/2006/relationships/customXml" Target="../ink/ink7.xml"/><Relationship Id="rId31" Type="http://schemas.openxmlformats.org/officeDocument/2006/relationships/image" Target="../media/image34.png"/><Relationship Id="rId44" Type="http://schemas.openxmlformats.org/officeDocument/2006/relationships/customXml" Target="../ink/ink34.xml"/><Relationship Id="rId52" Type="http://schemas.openxmlformats.org/officeDocument/2006/relationships/customXml" Target="../ink/ink38.xml"/><Relationship Id="rId60" Type="http://schemas.openxmlformats.org/officeDocument/2006/relationships/customXml" Target="../ink/ink42.xml"/><Relationship Id="rId4" Type="http://schemas.openxmlformats.org/officeDocument/2006/relationships/customXml" Target="../ink/ink2.xml"/><Relationship Id="rId9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7.png"/><Relationship Id="rId117" Type="http://schemas.openxmlformats.org/officeDocument/2006/relationships/image" Target="../media/image83.png"/><Relationship Id="rId21" Type="http://schemas.openxmlformats.org/officeDocument/2006/relationships/customXml" Target="../ink/ink59.xml"/><Relationship Id="rId42" Type="http://schemas.openxmlformats.org/officeDocument/2006/relationships/customXml" Target="../ink/ink77.xml"/><Relationship Id="rId47" Type="http://schemas.openxmlformats.org/officeDocument/2006/relationships/customXml" Target="../ink/ink82.xml"/><Relationship Id="rId63" Type="http://schemas.openxmlformats.org/officeDocument/2006/relationships/customXml" Target="../ink/ink98.xml"/><Relationship Id="rId68" Type="http://schemas.openxmlformats.org/officeDocument/2006/relationships/customXml" Target="../ink/ink103.xml"/><Relationship Id="rId84" Type="http://schemas.openxmlformats.org/officeDocument/2006/relationships/customXml" Target="../ink/ink111.xml"/><Relationship Id="rId89" Type="http://schemas.openxmlformats.org/officeDocument/2006/relationships/image" Target="../media/image69.png"/><Relationship Id="rId112" Type="http://schemas.openxmlformats.org/officeDocument/2006/relationships/customXml" Target="../ink/ink125.xml"/><Relationship Id="rId16" Type="http://schemas.openxmlformats.org/officeDocument/2006/relationships/customXml" Target="../ink/ink54.xml"/><Relationship Id="rId107" Type="http://schemas.openxmlformats.org/officeDocument/2006/relationships/image" Target="../media/image78.png"/><Relationship Id="rId11" Type="http://schemas.openxmlformats.org/officeDocument/2006/relationships/customXml" Target="../ink/ink49.xml"/><Relationship Id="rId32" Type="http://schemas.openxmlformats.org/officeDocument/2006/relationships/customXml" Target="../ink/ink68.xml"/><Relationship Id="rId37" Type="http://schemas.openxmlformats.org/officeDocument/2006/relationships/customXml" Target="../ink/ink72.xml"/><Relationship Id="rId53" Type="http://schemas.openxmlformats.org/officeDocument/2006/relationships/customXml" Target="../ink/ink88.xml"/><Relationship Id="rId58" Type="http://schemas.openxmlformats.org/officeDocument/2006/relationships/customXml" Target="../ink/ink93.xml"/><Relationship Id="rId74" Type="http://schemas.openxmlformats.org/officeDocument/2006/relationships/customXml" Target="../ink/ink106.xml"/><Relationship Id="rId79" Type="http://schemas.openxmlformats.org/officeDocument/2006/relationships/image" Target="../media/image64.png"/><Relationship Id="rId102" Type="http://schemas.openxmlformats.org/officeDocument/2006/relationships/customXml" Target="../ink/ink120.xml"/><Relationship Id="rId5" Type="http://schemas.openxmlformats.org/officeDocument/2006/relationships/image" Target="../media/image54.png"/><Relationship Id="rId90" Type="http://schemas.openxmlformats.org/officeDocument/2006/relationships/customXml" Target="../ink/ink114.xml"/><Relationship Id="rId95" Type="http://schemas.openxmlformats.org/officeDocument/2006/relationships/image" Target="../media/image72.png"/><Relationship Id="rId22" Type="http://schemas.openxmlformats.org/officeDocument/2006/relationships/customXml" Target="../ink/ink60.xml"/><Relationship Id="rId27" Type="http://schemas.openxmlformats.org/officeDocument/2006/relationships/customXml" Target="../ink/ink63.xml"/><Relationship Id="rId43" Type="http://schemas.openxmlformats.org/officeDocument/2006/relationships/customXml" Target="../ink/ink78.xml"/><Relationship Id="rId48" Type="http://schemas.openxmlformats.org/officeDocument/2006/relationships/customXml" Target="../ink/ink83.xml"/><Relationship Id="rId64" Type="http://schemas.openxmlformats.org/officeDocument/2006/relationships/customXml" Target="../ink/ink99.xml"/><Relationship Id="rId69" Type="http://schemas.openxmlformats.org/officeDocument/2006/relationships/image" Target="../media/image59.png"/><Relationship Id="rId113" Type="http://schemas.openxmlformats.org/officeDocument/2006/relationships/image" Target="../media/image81.png"/><Relationship Id="rId118" Type="http://schemas.openxmlformats.org/officeDocument/2006/relationships/customXml" Target="../ink/ink128.xml"/><Relationship Id="rId80" Type="http://schemas.openxmlformats.org/officeDocument/2006/relationships/customXml" Target="../ink/ink109.xml"/><Relationship Id="rId85" Type="http://schemas.openxmlformats.org/officeDocument/2006/relationships/image" Target="../media/image67.png"/><Relationship Id="rId12" Type="http://schemas.openxmlformats.org/officeDocument/2006/relationships/customXml" Target="../ink/ink50.xml"/><Relationship Id="rId17" Type="http://schemas.openxmlformats.org/officeDocument/2006/relationships/customXml" Target="../ink/ink55.xml"/><Relationship Id="rId33" Type="http://schemas.openxmlformats.org/officeDocument/2006/relationships/customXml" Target="../ink/ink69.xml"/><Relationship Id="rId38" Type="http://schemas.openxmlformats.org/officeDocument/2006/relationships/customXml" Target="../ink/ink73.xml"/><Relationship Id="rId59" Type="http://schemas.openxmlformats.org/officeDocument/2006/relationships/customXml" Target="../ink/ink94.xml"/><Relationship Id="rId103" Type="http://schemas.openxmlformats.org/officeDocument/2006/relationships/image" Target="../media/image76.png"/><Relationship Id="rId108" Type="http://schemas.openxmlformats.org/officeDocument/2006/relationships/customXml" Target="../ink/ink123.xml"/><Relationship Id="rId54" Type="http://schemas.openxmlformats.org/officeDocument/2006/relationships/customXml" Target="../ink/ink89.xml"/><Relationship Id="rId70" Type="http://schemas.openxmlformats.org/officeDocument/2006/relationships/customXml" Target="../ink/ink104.xml"/><Relationship Id="rId75" Type="http://schemas.openxmlformats.org/officeDocument/2006/relationships/image" Target="../media/image62.png"/><Relationship Id="rId91" Type="http://schemas.openxmlformats.org/officeDocument/2006/relationships/image" Target="../media/image70.png"/><Relationship Id="rId96" Type="http://schemas.openxmlformats.org/officeDocument/2006/relationships/customXml" Target="../ink/ink1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5.xml"/><Relationship Id="rId23" Type="http://schemas.openxmlformats.org/officeDocument/2006/relationships/customXml" Target="../ink/ink61.xml"/><Relationship Id="rId28" Type="http://schemas.openxmlformats.org/officeDocument/2006/relationships/customXml" Target="../ink/ink64.xml"/><Relationship Id="rId49" Type="http://schemas.openxmlformats.org/officeDocument/2006/relationships/customXml" Target="../ink/ink84.xml"/><Relationship Id="rId114" Type="http://schemas.openxmlformats.org/officeDocument/2006/relationships/customXml" Target="../ink/ink126.xml"/><Relationship Id="rId119" Type="http://schemas.openxmlformats.org/officeDocument/2006/relationships/image" Target="../media/image84.png"/><Relationship Id="rId10" Type="http://schemas.openxmlformats.org/officeDocument/2006/relationships/customXml" Target="../ink/ink48.xml"/><Relationship Id="rId31" Type="http://schemas.openxmlformats.org/officeDocument/2006/relationships/customXml" Target="../ink/ink67.xml"/><Relationship Id="rId44" Type="http://schemas.openxmlformats.org/officeDocument/2006/relationships/customXml" Target="../ink/ink79.xml"/><Relationship Id="rId52" Type="http://schemas.openxmlformats.org/officeDocument/2006/relationships/customXml" Target="../ink/ink87.xml"/><Relationship Id="rId60" Type="http://schemas.openxmlformats.org/officeDocument/2006/relationships/customXml" Target="../ink/ink95.xml"/><Relationship Id="rId65" Type="http://schemas.openxmlformats.org/officeDocument/2006/relationships/customXml" Target="../ink/ink100.xml"/><Relationship Id="rId73" Type="http://schemas.openxmlformats.org/officeDocument/2006/relationships/image" Target="../media/image61.png"/><Relationship Id="rId78" Type="http://schemas.openxmlformats.org/officeDocument/2006/relationships/customXml" Target="../ink/ink108.xml"/><Relationship Id="rId81" Type="http://schemas.openxmlformats.org/officeDocument/2006/relationships/image" Target="../media/image65.png"/><Relationship Id="rId86" Type="http://schemas.openxmlformats.org/officeDocument/2006/relationships/customXml" Target="../ink/ink112.xml"/><Relationship Id="rId94" Type="http://schemas.openxmlformats.org/officeDocument/2006/relationships/customXml" Target="../ink/ink116.xml"/><Relationship Id="rId99" Type="http://schemas.openxmlformats.org/officeDocument/2006/relationships/image" Target="../media/image74.png"/><Relationship Id="rId101" Type="http://schemas.openxmlformats.org/officeDocument/2006/relationships/image" Target="../media/image75.png"/><Relationship Id="rId4" Type="http://schemas.openxmlformats.org/officeDocument/2006/relationships/customXml" Target="../ink/ink44.xml"/><Relationship Id="rId9" Type="http://schemas.openxmlformats.org/officeDocument/2006/relationships/customXml" Target="../ink/ink47.xml"/><Relationship Id="rId13" Type="http://schemas.openxmlformats.org/officeDocument/2006/relationships/customXml" Target="../ink/ink51.xml"/><Relationship Id="rId18" Type="http://schemas.openxmlformats.org/officeDocument/2006/relationships/customXml" Target="../ink/ink56.xml"/><Relationship Id="rId39" Type="http://schemas.openxmlformats.org/officeDocument/2006/relationships/customXml" Target="../ink/ink74.xml"/><Relationship Id="rId109" Type="http://schemas.openxmlformats.org/officeDocument/2006/relationships/image" Target="../media/image79.png"/><Relationship Id="rId34" Type="http://schemas.openxmlformats.org/officeDocument/2006/relationships/customXml" Target="../ink/ink70.xml"/><Relationship Id="rId50" Type="http://schemas.openxmlformats.org/officeDocument/2006/relationships/customXml" Target="../ink/ink85.xml"/><Relationship Id="rId55" Type="http://schemas.openxmlformats.org/officeDocument/2006/relationships/customXml" Target="../ink/ink90.xml"/><Relationship Id="rId76" Type="http://schemas.openxmlformats.org/officeDocument/2006/relationships/customXml" Target="../ink/ink107.xml"/><Relationship Id="rId97" Type="http://schemas.openxmlformats.org/officeDocument/2006/relationships/image" Target="../media/image73.png"/><Relationship Id="rId104" Type="http://schemas.openxmlformats.org/officeDocument/2006/relationships/customXml" Target="../ink/ink121.xml"/><Relationship Id="rId7" Type="http://schemas.openxmlformats.org/officeDocument/2006/relationships/image" Target="../media/image55.png"/><Relationship Id="rId71" Type="http://schemas.openxmlformats.org/officeDocument/2006/relationships/image" Target="../media/image60.png"/><Relationship Id="rId92" Type="http://schemas.openxmlformats.org/officeDocument/2006/relationships/customXml" Target="../ink/ink115.xml"/><Relationship Id="rId2" Type="http://schemas.openxmlformats.org/officeDocument/2006/relationships/customXml" Target="../ink/ink43.xml"/><Relationship Id="rId29" Type="http://schemas.openxmlformats.org/officeDocument/2006/relationships/customXml" Target="../ink/ink65.xml"/><Relationship Id="rId24" Type="http://schemas.openxmlformats.org/officeDocument/2006/relationships/image" Target="../media/image56.png"/><Relationship Id="rId40" Type="http://schemas.openxmlformats.org/officeDocument/2006/relationships/customXml" Target="../ink/ink75.xml"/><Relationship Id="rId45" Type="http://schemas.openxmlformats.org/officeDocument/2006/relationships/customXml" Target="../ink/ink80.xml"/><Relationship Id="rId66" Type="http://schemas.openxmlformats.org/officeDocument/2006/relationships/customXml" Target="../ink/ink101.xml"/><Relationship Id="rId87" Type="http://schemas.openxmlformats.org/officeDocument/2006/relationships/image" Target="../media/image68.png"/><Relationship Id="rId110" Type="http://schemas.openxmlformats.org/officeDocument/2006/relationships/customXml" Target="../ink/ink124.xml"/><Relationship Id="rId115" Type="http://schemas.openxmlformats.org/officeDocument/2006/relationships/image" Target="../media/image82.png"/><Relationship Id="rId61" Type="http://schemas.openxmlformats.org/officeDocument/2006/relationships/customXml" Target="../ink/ink96.xml"/><Relationship Id="rId82" Type="http://schemas.openxmlformats.org/officeDocument/2006/relationships/customXml" Target="../ink/ink110.xml"/><Relationship Id="rId19" Type="http://schemas.openxmlformats.org/officeDocument/2006/relationships/customXml" Target="../ink/ink57.xml"/><Relationship Id="rId14" Type="http://schemas.openxmlformats.org/officeDocument/2006/relationships/customXml" Target="../ink/ink52.xml"/><Relationship Id="rId30" Type="http://schemas.openxmlformats.org/officeDocument/2006/relationships/customXml" Target="../ink/ink66.xml"/><Relationship Id="rId35" Type="http://schemas.openxmlformats.org/officeDocument/2006/relationships/customXml" Target="../ink/ink71.xml"/><Relationship Id="rId56" Type="http://schemas.openxmlformats.org/officeDocument/2006/relationships/customXml" Target="../ink/ink91.xml"/><Relationship Id="rId77" Type="http://schemas.openxmlformats.org/officeDocument/2006/relationships/image" Target="../media/image63.png"/><Relationship Id="rId100" Type="http://schemas.openxmlformats.org/officeDocument/2006/relationships/customXml" Target="../ink/ink119.xml"/><Relationship Id="rId105" Type="http://schemas.openxmlformats.org/officeDocument/2006/relationships/image" Target="../media/image77.png"/><Relationship Id="rId8" Type="http://schemas.openxmlformats.org/officeDocument/2006/relationships/customXml" Target="../ink/ink46.xml"/><Relationship Id="rId51" Type="http://schemas.openxmlformats.org/officeDocument/2006/relationships/customXml" Target="../ink/ink86.xml"/><Relationship Id="rId72" Type="http://schemas.openxmlformats.org/officeDocument/2006/relationships/customXml" Target="../ink/ink105.xml"/><Relationship Id="rId93" Type="http://schemas.openxmlformats.org/officeDocument/2006/relationships/image" Target="../media/image71.png"/><Relationship Id="rId98" Type="http://schemas.openxmlformats.org/officeDocument/2006/relationships/customXml" Target="../ink/ink118.xml"/><Relationship Id="rId3" Type="http://schemas.openxmlformats.org/officeDocument/2006/relationships/image" Target="../media/image53.png"/><Relationship Id="rId25" Type="http://schemas.openxmlformats.org/officeDocument/2006/relationships/customXml" Target="../ink/ink62.xml"/><Relationship Id="rId46" Type="http://schemas.openxmlformats.org/officeDocument/2006/relationships/customXml" Target="../ink/ink81.xml"/><Relationship Id="rId67" Type="http://schemas.openxmlformats.org/officeDocument/2006/relationships/customXml" Target="../ink/ink102.xml"/><Relationship Id="rId116" Type="http://schemas.openxmlformats.org/officeDocument/2006/relationships/customXml" Target="../ink/ink127.xml"/><Relationship Id="rId20" Type="http://schemas.openxmlformats.org/officeDocument/2006/relationships/customXml" Target="../ink/ink58.xml"/><Relationship Id="rId41" Type="http://schemas.openxmlformats.org/officeDocument/2006/relationships/customXml" Target="../ink/ink76.xml"/><Relationship Id="rId62" Type="http://schemas.openxmlformats.org/officeDocument/2006/relationships/customXml" Target="../ink/ink97.xml"/><Relationship Id="rId83" Type="http://schemas.openxmlformats.org/officeDocument/2006/relationships/image" Target="../media/image66.png"/><Relationship Id="rId88" Type="http://schemas.openxmlformats.org/officeDocument/2006/relationships/customXml" Target="../ink/ink113.xml"/><Relationship Id="rId111" Type="http://schemas.openxmlformats.org/officeDocument/2006/relationships/image" Target="../media/image80.png"/><Relationship Id="rId15" Type="http://schemas.openxmlformats.org/officeDocument/2006/relationships/customXml" Target="../ink/ink53.xml"/><Relationship Id="rId36" Type="http://schemas.openxmlformats.org/officeDocument/2006/relationships/image" Target="../media/image58.png"/><Relationship Id="rId57" Type="http://schemas.openxmlformats.org/officeDocument/2006/relationships/customXml" Target="../ink/ink92.xml"/><Relationship Id="rId106" Type="http://schemas.openxmlformats.org/officeDocument/2006/relationships/customXml" Target="../ink/ink1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customXml" Target="../ink/ink129.xml"/><Relationship Id="rId4" Type="http://schemas.openxmlformats.org/officeDocument/2006/relationships/image" Target="../media/image9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andb.ai/syllogismos/machine-learning-with-graphs/reports/5-Spectral-Clustering%E2%80%94VmlldzozNzcwMDU" TargetMode="External"/><Relationship Id="rId3" Type="http://schemas.openxmlformats.org/officeDocument/2006/relationships/hyperlink" Target="https://doi.org/10.1137/s003614450342480" TargetMode="External"/><Relationship Id="rId7" Type="http://schemas.openxmlformats.org/officeDocument/2006/relationships/hyperlink" Target="https://users.dimi.uniud.it/~massimo.franceschet/teaching/datascience/network/transitivity.html" TargetMode="External"/><Relationship Id="rId2" Type="http://schemas.openxmlformats.org/officeDocument/2006/relationships/hyperlink" Target="https://doi.org/10.1007/s00332-022-09863-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network-science.org/powerlaw_scalefree_node_degree_distribution.html" TargetMode="External"/><Relationship Id="rId5" Type="http://schemas.openxmlformats.org/officeDocument/2006/relationships/hyperlink" Target="https://doi.org/10.1007/s10980-021-01319-2" TargetMode="External"/><Relationship Id="rId4" Type="http://schemas.openxmlformats.org/officeDocument/2006/relationships/hyperlink" Target="https://doi.org/10.1007/s10618-011-0224-z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61BB60-9500-80CE-3A14-294C21DFA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4601" y="19034"/>
            <a:ext cx="10602796" cy="265161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Cluster Analysis Metrics to Determine Patterns Across Networks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(CAM)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8E48F2-F8F8-D211-2ED1-978CB7C4677A}"/>
              </a:ext>
            </a:extLst>
          </p:cNvPr>
          <p:cNvSpPr txBox="1"/>
          <p:nvPr/>
        </p:nvSpPr>
        <p:spPr>
          <a:xfrm>
            <a:off x="2407558" y="2937801"/>
            <a:ext cx="7376881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Bartosz Bryg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Undergraduate Researcher – Institute for Data Science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New Jersey Institute of Technology, Newark, NJ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Collaborators: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Mohammad </a:t>
            </a:r>
            <a:r>
              <a:rPr lang="en-US" sz="2400" dirty="0" err="1">
                <a:solidFill>
                  <a:schemeClr val="bg1"/>
                </a:solidFill>
              </a:rPr>
              <a:t>Dindoost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Oliver Alvarado Rodriguez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Dr. David A. Bader</a:t>
            </a:r>
          </a:p>
        </p:txBody>
      </p:sp>
    </p:spTree>
    <p:extLst>
      <p:ext uri="{BB962C8B-B14F-4D97-AF65-F5344CB8AC3E}">
        <p14:creationId xmlns:p14="http://schemas.microsoft.com/office/powerpoint/2010/main" val="109788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A842B-A354-1B9A-B7AE-880C530B6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150131"/>
            <a:ext cx="10141799" cy="1300554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Why do metrics for graph clusters matter?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35C73C-0B46-F3EF-3022-A1A0BC05C7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205612"/>
              </p:ext>
            </p:extLst>
          </p:nvPr>
        </p:nvGraphicFramePr>
        <p:xfrm>
          <a:off x="6406429" y="2599509"/>
          <a:ext cx="4530898" cy="363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diagram of a triangle&#10;&#10;AI-generated content may be incorrect.">
            <a:extLst>
              <a:ext uri="{FF2B5EF4-FFF2-40B4-BE49-F238E27FC236}">
                <a16:creationId xmlns:a16="http://schemas.microsoft.com/office/drawing/2014/main" id="{1F402D32-7893-CDC6-D084-CA156B6212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03" y="2757092"/>
            <a:ext cx="5304108" cy="348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990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D7D3C1-55C7-7F0C-CE26-2B666E665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514" y="158204"/>
            <a:ext cx="6351205" cy="4848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917F2B-5F24-188A-3B3D-D7C142E03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020" y="160366"/>
            <a:ext cx="6656005" cy="2068891"/>
          </a:xfrm>
        </p:spPr>
        <p:txBody>
          <a:bodyPr anchor="b">
            <a:noAutofit/>
          </a:bodyPr>
          <a:lstStyle/>
          <a:p>
            <a:r>
              <a:rPr lang="en-US" dirty="0"/>
              <a:t>Motivation Behind Graph Metrics for Identifying Well-Connected Communities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081B0-D251-1394-8873-68AF4F9EC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020" y="2367540"/>
            <a:ext cx="4835057" cy="3752821"/>
          </a:xfrm>
        </p:spPr>
        <p:txBody>
          <a:bodyPr anchor="t">
            <a:noAutofit/>
          </a:bodyPr>
          <a:lstStyle/>
          <a:p>
            <a:r>
              <a:rPr lang="en-US" sz="2000" dirty="0"/>
              <a:t>Different types of networks require different metrics</a:t>
            </a:r>
          </a:p>
          <a:p>
            <a:r>
              <a:rPr lang="en-US" sz="2000" dirty="0"/>
              <a:t>Network structure varies across different domains (e.g., social vs. biological)</a:t>
            </a:r>
          </a:p>
          <a:p>
            <a:r>
              <a:rPr lang="en-US" sz="2000" dirty="0"/>
              <a:t>Use specific algorithms tailored to each network type</a:t>
            </a:r>
          </a:p>
          <a:p>
            <a:r>
              <a:rPr lang="en-US" sz="2000" dirty="0"/>
              <a:t>Algorithms should align with the network's connectivity and topology</a:t>
            </a:r>
          </a:p>
          <a:p>
            <a:r>
              <a:rPr lang="en-US" sz="2000" dirty="0"/>
              <a:t>Well-connected communities are more common in some networks than others</a:t>
            </a:r>
          </a:p>
          <a:p>
            <a:r>
              <a:rPr lang="en-US" sz="2000" dirty="0"/>
              <a:t>Metrics should adapt to the network’s density, purpose, and flow structure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2E4DC62-286B-DB51-6E58-41597CE35B4B}"/>
              </a:ext>
            </a:extLst>
          </p:cNvPr>
          <p:cNvSpPr txBox="1"/>
          <p:nvPr/>
        </p:nvSpPr>
        <p:spPr>
          <a:xfrm>
            <a:off x="10838110" y="11663051"/>
            <a:ext cx="269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C9AB15-58F4-2720-6422-EA62E93CA68D}"/>
              </a:ext>
            </a:extLst>
          </p:cNvPr>
          <p:cNvSpPr txBox="1"/>
          <p:nvPr/>
        </p:nvSpPr>
        <p:spPr>
          <a:xfrm>
            <a:off x="5840795" y="5176325"/>
            <a:ext cx="63512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“(a) A food web of predator-prey interactions between species in a freshwater lake. Picture courtesy of Neo Martinez and Richard Williams. (b) The network of collaborations between scientists at a private research institution. (c) A network of sexual contacts between individuals in the study by </a:t>
            </a:r>
            <a:r>
              <a:rPr lang="en-US" sz="1600" dirty="0" err="1"/>
              <a:t>Potterat</a:t>
            </a:r>
            <a:r>
              <a:rPr lang="en-US" sz="1600" dirty="0"/>
              <a:t> et al. “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6CECEB-2CA9-C3EE-2A11-CC2BDB75A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1428" y="6361264"/>
            <a:ext cx="228721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(Image credit: 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Newman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2003])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17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3F15B-3D24-C32B-A9BC-A95B5DA3D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643789"/>
            <a:ext cx="3463977" cy="2099410"/>
          </a:xfrm>
        </p:spPr>
        <p:txBody>
          <a:bodyPr anchor="t">
            <a:normAutofit/>
          </a:bodyPr>
          <a:lstStyle/>
          <a:p>
            <a:r>
              <a:rPr lang="en-US" sz="6600" dirty="0">
                <a:solidFill>
                  <a:srgbClr val="FFFFFF"/>
                </a:solidFill>
              </a:rPr>
              <a:t>Types of metrics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CC63AC-016A-192A-4693-0462841BBB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6775272"/>
              </p:ext>
            </p:extLst>
          </p:nvPr>
        </p:nvGraphicFramePr>
        <p:xfrm>
          <a:off x="4722426" y="327016"/>
          <a:ext cx="7079050" cy="6530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82906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B5C7C4-01CF-D5F8-5BCE-361D21852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5" y="0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List of metrics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468559-C1E8-BDC3-DD04-212476C7E2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9102976"/>
              </p:ext>
            </p:extLst>
          </p:nvPr>
        </p:nvGraphicFramePr>
        <p:xfrm>
          <a:off x="318986" y="881253"/>
          <a:ext cx="11554028" cy="5095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F05F902-2A8F-58EF-F1B8-76FF69090DAC}"/>
              </a:ext>
            </a:extLst>
          </p:cNvPr>
          <p:cNvSpPr txBox="1"/>
          <p:nvPr/>
        </p:nvSpPr>
        <p:spPr>
          <a:xfrm>
            <a:off x="469184" y="6165503"/>
            <a:ext cx="8061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Total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1DC782-21FE-92F4-910B-9E47572B537E}"/>
              </a:ext>
            </a:extLst>
          </p:cNvPr>
          <p:cNvSpPr txBox="1"/>
          <p:nvPr/>
        </p:nvSpPr>
        <p:spPr>
          <a:xfrm>
            <a:off x="655325" y="5745914"/>
            <a:ext cx="10878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22                    5                    6                      8                     25                   4                     7                   23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D67A11-942D-EECD-BAA3-D22EC9789BF9}"/>
              </a:ext>
            </a:extLst>
          </p:cNvPr>
          <p:cNvCxnSpPr/>
          <p:nvPr/>
        </p:nvCxnSpPr>
        <p:spPr>
          <a:xfrm>
            <a:off x="542925" y="6207579"/>
            <a:ext cx="113300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C38943E-CFB4-3F90-88B0-3849311B2B11}"/>
              </a:ext>
            </a:extLst>
          </p:cNvPr>
          <p:cNvSpPr txBox="1"/>
          <p:nvPr/>
        </p:nvSpPr>
        <p:spPr>
          <a:xfrm>
            <a:off x="2125049" y="6301956"/>
            <a:ext cx="8326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100 metrics in total!  … and there is still much, much more!</a:t>
            </a:r>
          </a:p>
        </p:txBody>
      </p:sp>
    </p:spTree>
    <p:extLst>
      <p:ext uri="{BB962C8B-B14F-4D97-AF65-F5344CB8AC3E}">
        <p14:creationId xmlns:p14="http://schemas.microsoft.com/office/powerpoint/2010/main" val="3767779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23406-CBC7-D090-7FB6-AF7124317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612"/>
            <a:ext cx="10515600" cy="882650"/>
          </a:xfrm>
        </p:spPr>
        <p:txBody>
          <a:bodyPr/>
          <a:lstStyle/>
          <a:p>
            <a:pPr algn="ctr"/>
            <a:r>
              <a:rPr lang="en-US" dirty="0"/>
              <a:t>Connectivity Metrics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70B689B3-30A0-749B-BC76-A4B1A9911B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346029"/>
              </p:ext>
            </p:extLst>
          </p:nvPr>
        </p:nvGraphicFramePr>
        <p:xfrm>
          <a:off x="838200" y="950912"/>
          <a:ext cx="10515600" cy="2478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7D1552D-A0B5-8EAE-867A-C362A23AD6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8930" y="3681259"/>
            <a:ext cx="5164870" cy="22914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BA40F0-1916-0FEA-CE5E-84FAD56A3FDE}"/>
              </a:ext>
            </a:extLst>
          </p:cNvPr>
          <p:cNvSpPr txBox="1"/>
          <p:nvPr/>
        </p:nvSpPr>
        <p:spPr>
          <a:xfrm>
            <a:off x="950051" y="3978275"/>
            <a:ext cx="486019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Algorithms and Theorems used: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BFS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Degree Counting through Neighborhood Count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Mader’s Theorem Bound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Newman’s Pearson Algorithm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Degree Aggregation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C00000"/>
                </a:solidFill>
              </a:rPr>
              <a:t>VieCut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A09F78-2D34-F402-3A68-ABE1A87ED50F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E4ECE-3834-BE4A-A7D3-7411A034F759}"/>
              </a:ext>
            </a:extLst>
          </p:cNvPr>
          <p:cNvSpPr txBox="1"/>
          <p:nvPr/>
        </p:nvSpPr>
        <p:spPr>
          <a:xfrm>
            <a:off x="6062867" y="5994177"/>
            <a:ext cx="54169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/>
              <a:t>Figure shows the connectivity for edges and vertices in the graph, ranging from high to low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562060F-68F2-B9CA-62A3-3556DA7E1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1373" y="6546463"/>
            <a:ext cx="245997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(Image credit: 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Petsas et al. 2021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480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206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95C6CF-F001-1AE5-8817-12B1441F0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59714"/>
            <a:ext cx="4818888" cy="1153668"/>
          </a:xfrm>
        </p:spPr>
        <p:txBody>
          <a:bodyPr anchor="b">
            <a:normAutofit/>
          </a:bodyPr>
          <a:lstStyle/>
          <a:p>
            <a:r>
              <a:rPr lang="en-US" dirty="0"/>
              <a:t>Density Metrics</a:t>
            </a:r>
          </a:p>
        </p:txBody>
      </p:sp>
      <p:sp>
        <p:nvSpPr>
          <p:cNvPr id="2064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9488C-CD3D-A08A-A87A-20468D09E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843784"/>
            <a:ext cx="4818888" cy="3529584"/>
          </a:xfrm>
        </p:spPr>
        <p:txBody>
          <a:bodyPr anchor="t">
            <a:normAutofit/>
          </a:bodyPr>
          <a:lstStyle/>
          <a:p>
            <a:r>
              <a:rPr lang="en-US" sz="1800" dirty="0"/>
              <a:t>Evaluate how densely the vertices and edges fill the graph</a:t>
            </a:r>
          </a:p>
          <a:p>
            <a:r>
              <a:rPr lang="en-US" sz="1800" dirty="0"/>
              <a:t>Indicate potential and likelihood for communication or interaction within the vertices and edges in the graph</a:t>
            </a:r>
          </a:p>
          <a:p>
            <a:r>
              <a:rPr lang="en-US" sz="1800" dirty="0"/>
              <a:t>Present graph complexity and clustering tendencies</a:t>
            </a:r>
          </a:p>
          <a:p>
            <a:r>
              <a:rPr lang="en-US" sz="1800" dirty="0"/>
              <a:t>Useful for detecting sparse vs. dense regions</a:t>
            </a:r>
          </a:p>
          <a:p>
            <a:r>
              <a:rPr lang="en-US" sz="1800" dirty="0"/>
              <a:t>Uses correlation and dependency of other metrics like the number of vertices and edges in the graph and the core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ABC430D-5598-41A6-84C8-F3A877726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451284"/>
            <a:ext cx="5443918" cy="478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638C74-7FC1-1BA1-495C-C78AB4CA9D8E}"/>
              </a:ext>
            </a:extLst>
          </p:cNvPr>
          <p:cNvSpPr txBox="1"/>
          <p:nvPr/>
        </p:nvSpPr>
        <p:spPr>
          <a:xfrm>
            <a:off x="6096000" y="5082201"/>
            <a:ext cx="551063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Figure presents graphs with increasing node counts and their corresponding densities D. Although the total number of edges increases, the </a:t>
            </a:r>
            <a:r>
              <a:rPr lang="en-US" sz="1400" b="1" dirty="0"/>
              <a:t>density decreases</a:t>
            </a:r>
            <a:r>
              <a:rPr lang="en-US" sz="1400" dirty="0"/>
              <a:t> because density is defined as the ratio of existing edges to the </a:t>
            </a:r>
            <a:r>
              <a:rPr lang="en-US" sz="1400" i="1" dirty="0"/>
              <a:t>maximum possible</a:t>
            </a:r>
            <a:r>
              <a:rPr lang="en-US" sz="1400" dirty="0"/>
              <a:t> number of edges. As the number of nodes grows, the maximum number of possible edges grows quadratically, causing the density to drop - even if the graph appears more connected visually.</a:t>
            </a:r>
          </a:p>
        </p:txBody>
      </p:sp>
    </p:spTree>
    <p:extLst>
      <p:ext uri="{BB962C8B-B14F-4D97-AF65-F5344CB8AC3E}">
        <p14:creationId xmlns:p14="http://schemas.microsoft.com/office/powerpoint/2010/main" val="3912268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7A8685-D244-1C21-CB45-E7A9B0ADD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107" y="1001195"/>
            <a:ext cx="4818888" cy="884754"/>
          </a:xfrm>
        </p:spPr>
        <p:txBody>
          <a:bodyPr anchor="b">
            <a:normAutofit/>
          </a:bodyPr>
          <a:lstStyle/>
          <a:p>
            <a:r>
              <a:rPr lang="en-US" dirty="0"/>
              <a:t>Transitivity Metrics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D04245B-3B06-2C20-93AD-905324D32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5995" y="1272539"/>
            <a:ext cx="5933475" cy="6219896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34C26413-AF05-8FBC-3A61-C87FF925BA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8194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0FE543-C6E1-DDDA-0F74-C703FCB4A14C}"/>
              </a:ext>
            </a:extLst>
          </p:cNvPr>
          <p:cNvSpPr txBox="1"/>
          <p:nvPr/>
        </p:nvSpPr>
        <p:spPr>
          <a:xfrm>
            <a:off x="6093102" y="612576"/>
            <a:ext cx="512497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C00000"/>
                </a:solidFill>
              </a:rPr>
              <a:t>Algorithms and Theorems Used: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Wedge Counting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Vertex-Based Enumeration to detect shared neighbors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Global Transitivity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Global Clustering Coefficient (triangle to wedge ratio)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Watts-</a:t>
            </a:r>
            <a:r>
              <a:rPr lang="en-US" sz="1400" dirty="0" err="1">
                <a:solidFill>
                  <a:srgbClr val="C00000"/>
                </a:solidFill>
              </a:rPr>
              <a:t>Strogatz</a:t>
            </a:r>
            <a:r>
              <a:rPr lang="en-US" sz="1400" dirty="0">
                <a:solidFill>
                  <a:srgbClr val="C00000"/>
                </a:solidFill>
              </a:rPr>
              <a:t> model (Local Clustering Coefficient)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4F945-3A8B-C952-D317-379FB7D3D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218" y="2821234"/>
            <a:ext cx="5351382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Measure the triangle and other shape-based connectivity and relationship</a:t>
            </a:r>
          </a:p>
          <a:p>
            <a:r>
              <a:rPr lang="en-US" sz="2200" dirty="0"/>
              <a:t>Indicate the tendency for vertices to form tightly-knit groups</a:t>
            </a:r>
          </a:p>
          <a:p>
            <a:r>
              <a:rPr lang="en-US" sz="2200" dirty="0"/>
              <a:t>Support community, subgraph detection</a:t>
            </a:r>
          </a:p>
          <a:p>
            <a:r>
              <a:rPr lang="en-US" sz="2200" dirty="0"/>
              <a:t>Help in detecting local clustering in the graph and the redundancy of vertices and edges in the graph, subgraphs, and communities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17F8860-20C6-87E2-62D4-2A4AE582C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5589" y="6571297"/>
            <a:ext cx="2202781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457056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(Image credit: [Franceschet, M 2025])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958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EB6BB-A74E-4D9E-2D99-AEFABC5D7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273" y="295378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Eccentricity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80533-A241-7424-BFBB-13E164DA9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273" y="2496943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 dirty="0"/>
              <a:t>Capture distance from each vertex to its further vertex – the longest-shortest path of each vertex</a:t>
            </a:r>
          </a:p>
          <a:p>
            <a:r>
              <a:rPr lang="en-US" sz="2000" dirty="0"/>
              <a:t>Compute diameter, radius, and graph compactness (graph’s longest-shortest, shortest paths, and nearness between vertices) </a:t>
            </a:r>
          </a:p>
          <a:p>
            <a:r>
              <a:rPr lang="en-US" sz="2000" dirty="0"/>
              <a:t>Identify central and peripheral vertices</a:t>
            </a:r>
          </a:p>
          <a:p>
            <a:r>
              <a:rPr lang="en-US" sz="2000" dirty="0"/>
              <a:t>Useful in latency, reachability, and centrality of the graph analysis</a:t>
            </a:r>
          </a:p>
          <a:p>
            <a:r>
              <a:rPr lang="en-US" sz="2000" dirty="0"/>
              <a:t>Uses enhanced BFS to compute all longest-shortest paths from each vertex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4AFD38E1-669F-9AA2-4BAE-CFDAEDE1D1CA}"/>
              </a:ext>
            </a:extLst>
          </p:cNvPr>
          <p:cNvGrpSpPr/>
          <p:nvPr/>
        </p:nvGrpSpPr>
        <p:grpSpPr>
          <a:xfrm>
            <a:off x="7042261" y="2421002"/>
            <a:ext cx="4723915" cy="3429245"/>
            <a:chOff x="6699958" y="2605980"/>
            <a:chExt cx="4723915" cy="342924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585BDD9-2796-9553-8CA7-D8AB3D87F723}"/>
                    </a:ext>
                  </a:extLst>
                </p14:cNvPr>
                <p14:cNvContentPartPr/>
                <p14:nvPr/>
              </p14:nvContentPartPr>
              <p14:xfrm>
                <a:off x="7528013" y="2614395"/>
                <a:ext cx="200160" cy="200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585BDD9-2796-9553-8CA7-D8AB3D87F72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492013" y="2578395"/>
                  <a:ext cx="271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889AD71-90AB-F305-BD80-A9C0CB21285C}"/>
                    </a:ext>
                  </a:extLst>
                </p14:cNvPr>
                <p14:cNvContentPartPr/>
                <p14:nvPr/>
              </p14:nvContentPartPr>
              <p14:xfrm>
                <a:off x="7611173" y="2696115"/>
                <a:ext cx="37440" cy="61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889AD71-90AB-F305-BD80-A9C0CB21285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575173" y="2660475"/>
                  <a:ext cx="109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FF2A387-8266-44FC-9EA2-3C2F67862DE6}"/>
                    </a:ext>
                  </a:extLst>
                </p14:cNvPr>
                <p14:cNvContentPartPr/>
                <p14:nvPr/>
              </p14:nvContentPartPr>
              <p14:xfrm>
                <a:off x="8109368" y="3582985"/>
                <a:ext cx="200160" cy="200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FF2A387-8266-44FC-9EA2-3C2F67862DE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073368" y="3546985"/>
                  <a:ext cx="271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AC0245B-12B6-BFEC-601E-61BDBA0E7214}"/>
                    </a:ext>
                  </a:extLst>
                </p14:cNvPr>
                <p14:cNvContentPartPr/>
                <p14:nvPr/>
              </p14:nvContentPartPr>
              <p14:xfrm>
                <a:off x="8192528" y="3664705"/>
                <a:ext cx="37440" cy="61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AC0245B-12B6-BFEC-601E-61BDBA0E721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56528" y="3629065"/>
                  <a:ext cx="109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E9B9291-52C9-A021-6F07-8A8B9CBE5AF9}"/>
                    </a:ext>
                  </a:extLst>
                </p14:cNvPr>
                <p14:cNvContentPartPr/>
                <p14:nvPr/>
              </p14:nvContentPartPr>
              <p14:xfrm>
                <a:off x="8930379" y="2605980"/>
                <a:ext cx="200160" cy="200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E9B9291-52C9-A021-6F07-8A8B9CBE5AF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894379" y="2569980"/>
                  <a:ext cx="271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1C77EA7-D52B-8FB1-0D1A-C510EAF76205}"/>
                    </a:ext>
                  </a:extLst>
                </p14:cNvPr>
                <p14:cNvContentPartPr/>
                <p14:nvPr/>
              </p14:nvContentPartPr>
              <p14:xfrm>
                <a:off x="9013539" y="2687700"/>
                <a:ext cx="37440" cy="61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1C77EA7-D52B-8FB1-0D1A-C510EAF7620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77539" y="2652060"/>
                  <a:ext cx="109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920AD43-9022-B2EE-11C6-6CD4C4CFA76F}"/>
                    </a:ext>
                  </a:extLst>
                </p14:cNvPr>
                <p14:cNvContentPartPr/>
                <p14:nvPr/>
              </p14:nvContentPartPr>
              <p14:xfrm>
                <a:off x="9156788" y="4216558"/>
                <a:ext cx="200160" cy="200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920AD43-9022-B2EE-11C6-6CD4C4CFA76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20788" y="4180558"/>
                  <a:ext cx="271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E719E2C-6C7E-FBAF-EE2B-914C310BE383}"/>
                    </a:ext>
                  </a:extLst>
                </p14:cNvPr>
                <p14:cNvContentPartPr/>
                <p14:nvPr/>
              </p14:nvContentPartPr>
              <p14:xfrm>
                <a:off x="9239948" y="4298278"/>
                <a:ext cx="37440" cy="61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E719E2C-6C7E-FBAF-EE2B-914C310BE38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203948" y="4262638"/>
                  <a:ext cx="109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88D7081-27D1-20A3-21C9-11CFC7262867}"/>
                    </a:ext>
                  </a:extLst>
                </p14:cNvPr>
                <p14:cNvContentPartPr/>
                <p14:nvPr/>
              </p14:nvContentPartPr>
              <p14:xfrm>
                <a:off x="7412773" y="4247338"/>
                <a:ext cx="200160" cy="200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88D7081-27D1-20A3-21C9-11CFC726286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76773" y="4211338"/>
                  <a:ext cx="271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F53EF77-CB4C-D356-F518-AA17C6912678}"/>
                    </a:ext>
                  </a:extLst>
                </p14:cNvPr>
                <p14:cNvContentPartPr/>
                <p14:nvPr/>
              </p14:nvContentPartPr>
              <p14:xfrm>
                <a:off x="7495933" y="4329058"/>
                <a:ext cx="37440" cy="61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F53EF77-CB4C-D356-F518-AA17C691267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59933" y="4293418"/>
                  <a:ext cx="109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63D66D5-9883-D67E-51E2-9E32408A14A3}"/>
                    </a:ext>
                  </a:extLst>
                </p14:cNvPr>
                <p14:cNvContentPartPr/>
                <p14:nvPr/>
              </p14:nvContentPartPr>
              <p14:xfrm>
                <a:off x="6699958" y="4242201"/>
                <a:ext cx="200160" cy="200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63D66D5-9883-D67E-51E2-9E32408A14A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663958" y="4206201"/>
                  <a:ext cx="271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0EB6E48-B775-CCBE-2243-7A0BD7C417FD}"/>
                    </a:ext>
                  </a:extLst>
                </p14:cNvPr>
                <p14:cNvContentPartPr/>
                <p14:nvPr/>
              </p14:nvContentPartPr>
              <p14:xfrm>
                <a:off x="6783118" y="4323921"/>
                <a:ext cx="37440" cy="61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0EB6E48-B775-CCBE-2243-7A0BD7C417F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47118" y="4288281"/>
                  <a:ext cx="109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7A5C7C8-F545-6607-EA64-F096D7794E0D}"/>
                    </a:ext>
                  </a:extLst>
                </p14:cNvPr>
                <p14:cNvContentPartPr/>
                <p14:nvPr/>
              </p14:nvContentPartPr>
              <p14:xfrm>
                <a:off x="7081830" y="3587103"/>
                <a:ext cx="200160" cy="200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7A5C7C8-F545-6607-EA64-F096D7794E0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45830" y="3551103"/>
                  <a:ext cx="271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9900F6E-D48A-5EE4-DEB2-35C53BC8F22C}"/>
                    </a:ext>
                  </a:extLst>
                </p14:cNvPr>
                <p14:cNvContentPartPr/>
                <p14:nvPr/>
              </p14:nvContentPartPr>
              <p14:xfrm>
                <a:off x="7164990" y="3668823"/>
                <a:ext cx="37440" cy="61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9900F6E-D48A-5EE4-DEB2-35C53BC8F22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28990" y="3633183"/>
                  <a:ext cx="109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F1A4CCA-7B20-42DF-E3A0-2F14F7BB5607}"/>
                    </a:ext>
                  </a:extLst>
                </p14:cNvPr>
                <p14:cNvContentPartPr/>
                <p14:nvPr/>
              </p14:nvContentPartPr>
              <p14:xfrm>
                <a:off x="9918788" y="5313415"/>
                <a:ext cx="200160" cy="200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F1A4CCA-7B20-42DF-E3A0-2F14F7BB560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882788" y="5277415"/>
                  <a:ext cx="271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661F375-6040-0D32-B09E-85DFE69C5385}"/>
                    </a:ext>
                  </a:extLst>
                </p14:cNvPr>
                <p14:cNvContentPartPr/>
                <p14:nvPr/>
              </p14:nvContentPartPr>
              <p14:xfrm>
                <a:off x="10001948" y="5395135"/>
                <a:ext cx="37440" cy="61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661F375-6040-0D32-B09E-85DFE69C53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965948" y="5359495"/>
                  <a:ext cx="109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220B2C3-F4BE-5F66-3289-2C8E09C7914D}"/>
                    </a:ext>
                  </a:extLst>
                </p14:cNvPr>
                <p14:cNvContentPartPr/>
                <p14:nvPr/>
              </p14:nvContentPartPr>
              <p14:xfrm>
                <a:off x="8671962" y="5226190"/>
                <a:ext cx="200160" cy="200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220B2C3-F4BE-5F66-3289-2C8E09C7914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635962" y="5190190"/>
                  <a:ext cx="271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45B1DDE-C71E-0496-6BBB-15BE71FB305B}"/>
                    </a:ext>
                  </a:extLst>
                </p14:cNvPr>
                <p14:cNvContentPartPr/>
                <p14:nvPr/>
              </p14:nvContentPartPr>
              <p14:xfrm>
                <a:off x="8755122" y="5307910"/>
                <a:ext cx="37440" cy="61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45B1DDE-C71E-0496-6BBB-15BE71FB305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19122" y="5272270"/>
                  <a:ext cx="109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C7DF658-1D1B-1B42-A197-A61FD60987F4}"/>
                    </a:ext>
                  </a:extLst>
                </p14:cNvPr>
                <p14:cNvContentPartPr/>
                <p14:nvPr/>
              </p14:nvContentPartPr>
              <p14:xfrm>
                <a:off x="7850951" y="5835065"/>
                <a:ext cx="200160" cy="200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C7DF658-1D1B-1B42-A197-A61FD60987F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14951" y="5799065"/>
                  <a:ext cx="271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1E320CC-B5A5-37E8-D796-2AEBDB23B5EC}"/>
                    </a:ext>
                  </a:extLst>
                </p14:cNvPr>
                <p14:cNvContentPartPr/>
                <p14:nvPr/>
              </p14:nvContentPartPr>
              <p14:xfrm>
                <a:off x="7934111" y="5916785"/>
                <a:ext cx="37440" cy="61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1E320CC-B5A5-37E8-D796-2AEBDB23B5E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98111" y="5881145"/>
                  <a:ext cx="109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9410A7C-7093-4AE9-5668-4113D5334CCC}"/>
                    </a:ext>
                  </a:extLst>
                </p14:cNvPr>
                <p14:cNvContentPartPr/>
                <p14:nvPr/>
              </p14:nvContentPartPr>
              <p14:xfrm>
                <a:off x="6950649" y="5527218"/>
                <a:ext cx="200160" cy="200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9410A7C-7093-4AE9-5668-4113D5334CC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914649" y="5491218"/>
                  <a:ext cx="271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318DA8F-2B30-6647-9CE6-8A6DD6616E75}"/>
                    </a:ext>
                  </a:extLst>
                </p14:cNvPr>
                <p14:cNvContentPartPr/>
                <p14:nvPr/>
              </p14:nvContentPartPr>
              <p14:xfrm>
                <a:off x="7033809" y="5608938"/>
                <a:ext cx="37440" cy="61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318DA8F-2B30-6647-9CE6-8A6DD6616E7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97809" y="5573298"/>
                  <a:ext cx="109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8AB265B-574E-BDA7-6368-9D5630D5ECD8}"/>
                    </a:ext>
                  </a:extLst>
                </p14:cNvPr>
                <p14:cNvContentPartPr/>
                <p14:nvPr/>
              </p14:nvContentPartPr>
              <p14:xfrm>
                <a:off x="10876360" y="5352610"/>
                <a:ext cx="200160" cy="200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8AB265B-574E-BDA7-6368-9D5630D5ECD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840360" y="5316610"/>
                  <a:ext cx="271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A2EF163-0727-A796-B5AC-BF4D09A89F7E}"/>
                    </a:ext>
                  </a:extLst>
                </p14:cNvPr>
                <p14:cNvContentPartPr/>
                <p14:nvPr/>
              </p14:nvContentPartPr>
              <p14:xfrm>
                <a:off x="10959520" y="5434330"/>
                <a:ext cx="37440" cy="61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A2EF163-0727-A796-B5AC-BF4D09A89F7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23520" y="5398690"/>
                  <a:ext cx="109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25FD7DE-A20B-D444-F038-50B85AEFE006}"/>
                    </a:ext>
                  </a:extLst>
                </p14:cNvPr>
                <p14:cNvContentPartPr/>
                <p14:nvPr/>
              </p14:nvContentPartPr>
              <p14:xfrm>
                <a:off x="11223713" y="4577305"/>
                <a:ext cx="200160" cy="200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25FD7DE-A20B-D444-F038-50B85AEFE00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187713" y="4541305"/>
                  <a:ext cx="271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2E78F03-A80B-9C08-39F4-DE401C5654FE}"/>
                    </a:ext>
                  </a:extLst>
                </p14:cNvPr>
                <p14:cNvContentPartPr/>
                <p14:nvPr/>
              </p14:nvContentPartPr>
              <p14:xfrm>
                <a:off x="11306873" y="4659025"/>
                <a:ext cx="37440" cy="61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2E78F03-A80B-9C08-39F4-DE401C5654F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270873" y="4623385"/>
                  <a:ext cx="109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4088C3A-0616-BA96-CA68-C5E5DEAC1EC7}"/>
                    </a:ext>
                  </a:extLst>
                </p14:cNvPr>
                <p14:cNvContentPartPr/>
                <p14:nvPr/>
              </p14:nvContentPartPr>
              <p14:xfrm>
                <a:off x="7700160" y="2864790"/>
                <a:ext cx="410040" cy="710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4088C3A-0616-BA96-CA68-C5E5DEAC1EC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82160" y="2846790"/>
                  <a:ext cx="445680" cy="74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C694381-01A7-108A-A948-03D93E29E65E}"/>
                    </a:ext>
                  </a:extLst>
                </p14:cNvPr>
                <p14:cNvContentPartPr/>
                <p14:nvPr/>
              </p14:nvContentPartPr>
              <p14:xfrm>
                <a:off x="8311440" y="2811150"/>
                <a:ext cx="622800" cy="768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C694381-01A7-108A-A948-03D93E29E65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293440" y="2793510"/>
                  <a:ext cx="658440" cy="80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9221B16-F0F4-151C-543F-211EA6C29E35}"/>
                    </a:ext>
                  </a:extLst>
                </p14:cNvPr>
                <p14:cNvContentPartPr/>
                <p14:nvPr/>
              </p14:nvContentPartPr>
              <p14:xfrm>
                <a:off x="7257360" y="3829230"/>
                <a:ext cx="179280" cy="401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9221B16-F0F4-151C-543F-211EA6C29E3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39360" y="3811230"/>
                  <a:ext cx="21492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B502E78-BED6-140F-8102-BDF4EC38DD04}"/>
                    </a:ext>
                  </a:extLst>
                </p14:cNvPr>
                <p14:cNvContentPartPr/>
                <p14:nvPr/>
              </p14:nvContentPartPr>
              <p14:xfrm>
                <a:off x="7658040" y="4341870"/>
                <a:ext cx="1445040" cy="25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B502E78-BED6-140F-8102-BDF4EC38DD0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640040" y="4324230"/>
                  <a:ext cx="14806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1B57F5A-79BD-9C77-51E0-9D5638D5A4A3}"/>
                    </a:ext>
                  </a:extLst>
                </p14:cNvPr>
                <p14:cNvContentPartPr/>
                <p14:nvPr/>
              </p14:nvContentPartPr>
              <p14:xfrm>
                <a:off x="9336000" y="4462830"/>
                <a:ext cx="588960" cy="8409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1B57F5A-79BD-9C77-51E0-9D5638D5A4A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18000" y="4445190"/>
                  <a:ext cx="624600" cy="87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A72CB4C-42C3-5AE9-85C7-3F9CD01B6AF0}"/>
                    </a:ext>
                  </a:extLst>
                </p14:cNvPr>
                <p14:cNvContentPartPr/>
                <p14:nvPr/>
              </p14:nvContentPartPr>
              <p14:xfrm>
                <a:off x="10173000" y="5434110"/>
                <a:ext cx="657720" cy="23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A72CB4C-42C3-5AE9-85C7-3F9CD01B6AF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155360" y="5416470"/>
                  <a:ext cx="6933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B549942-EB45-11BC-1179-77CCB8F87177}"/>
                    </a:ext>
                  </a:extLst>
                </p14:cNvPr>
                <p14:cNvContentPartPr/>
                <p14:nvPr/>
              </p14:nvContentPartPr>
              <p14:xfrm>
                <a:off x="11049600" y="4799790"/>
                <a:ext cx="178200" cy="516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B549942-EB45-11BC-1179-77CCB8F871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031960" y="4781790"/>
                  <a:ext cx="21384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B8E10FB-70B2-FB65-94F9-FD9BA34B5BDE}"/>
                    </a:ext>
                  </a:extLst>
                </p14:cNvPr>
                <p14:cNvContentPartPr/>
                <p14:nvPr/>
              </p14:nvContentPartPr>
              <p14:xfrm>
                <a:off x="6943440" y="4355190"/>
                <a:ext cx="428400" cy="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B8E10FB-70B2-FB65-94F9-FD9BA34B5BD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925440" y="4337550"/>
                  <a:ext cx="464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5B1209E-7FF8-7FF5-8096-E5338E5FE25B}"/>
                    </a:ext>
                  </a:extLst>
                </p14:cNvPr>
                <p14:cNvContentPartPr/>
                <p14:nvPr/>
              </p14:nvContentPartPr>
              <p14:xfrm>
                <a:off x="8895720" y="5357070"/>
                <a:ext cx="967320" cy="68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5B1209E-7FF8-7FF5-8096-E5338E5FE25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78080" y="5339430"/>
                  <a:ext cx="10029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F978637-FFB8-43CC-FDBD-345782CF610F}"/>
                    </a:ext>
                  </a:extLst>
                </p14:cNvPr>
                <p14:cNvContentPartPr/>
                <p14:nvPr/>
              </p14:nvContentPartPr>
              <p14:xfrm>
                <a:off x="7191480" y="5703750"/>
                <a:ext cx="621000" cy="2264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F978637-FFB8-43CC-FDBD-345782CF610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73840" y="5686110"/>
                  <a:ext cx="6566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D7D9AFB-6317-9DDD-5E71-0DF17E412D99}"/>
                    </a:ext>
                  </a:extLst>
                </p14:cNvPr>
                <p14:cNvContentPartPr/>
                <p14:nvPr/>
              </p14:nvContentPartPr>
              <p14:xfrm>
                <a:off x="8087160" y="5409270"/>
                <a:ext cx="558720" cy="468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D7D9AFB-6317-9DDD-5E71-0DF17E412D9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69520" y="5391630"/>
                  <a:ext cx="59436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C9DA378-54CF-25B6-467E-EBABD2F422EA}"/>
                    </a:ext>
                  </a:extLst>
                </p14:cNvPr>
                <p14:cNvContentPartPr/>
                <p14:nvPr/>
              </p14:nvContentPartPr>
              <p14:xfrm>
                <a:off x="8872320" y="4470390"/>
                <a:ext cx="346320" cy="741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C9DA378-54CF-25B6-467E-EBABD2F422E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854320" y="4452750"/>
                  <a:ext cx="381960" cy="77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8E72558-09F8-E480-CDC6-8DA40AA52DF2}"/>
                    </a:ext>
                  </a:extLst>
                </p14:cNvPr>
                <p14:cNvContentPartPr/>
                <p14:nvPr/>
              </p14:nvContentPartPr>
              <p14:xfrm>
                <a:off x="7118400" y="4485150"/>
                <a:ext cx="355680" cy="1032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8E72558-09F8-E480-CDC6-8DA40AA52DF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100400" y="4467150"/>
                  <a:ext cx="391320" cy="10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67B67AB-3B77-EDEF-F3CF-DB8F4AB7348A}"/>
                    </a:ext>
                  </a:extLst>
                </p14:cNvPr>
                <p14:cNvContentPartPr/>
                <p14:nvPr/>
              </p14:nvContentPartPr>
              <p14:xfrm>
                <a:off x="7660920" y="3794310"/>
                <a:ext cx="452520" cy="485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67B67AB-3B77-EDEF-F3CF-DB8F4AB7348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42920" y="3776670"/>
                  <a:ext cx="4881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7678898-9378-5ED1-27FE-D424D5FE81B5}"/>
                    </a:ext>
                  </a:extLst>
                </p14:cNvPr>
                <p14:cNvContentPartPr/>
                <p14:nvPr/>
              </p14:nvContentPartPr>
              <p14:xfrm>
                <a:off x="8329800" y="3797550"/>
                <a:ext cx="782640" cy="470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7678898-9378-5ED1-27FE-D424D5FE81B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12160" y="3779910"/>
                  <a:ext cx="81828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D0025DB-E130-43F3-610F-326671BB2A8D}"/>
                    </a:ext>
                  </a:extLst>
                </p14:cNvPr>
                <p14:cNvContentPartPr/>
                <p14:nvPr/>
              </p14:nvContentPartPr>
              <p14:xfrm>
                <a:off x="8410080" y="3999150"/>
                <a:ext cx="1308240" cy="1783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D0025DB-E130-43F3-610F-326671BB2A8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92440" y="3981150"/>
                  <a:ext cx="1343880" cy="181908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EB12AFF-5176-CCC1-9BE5-A5C71A88E46B}"/>
                </a:ext>
              </a:extLst>
            </p:cNvPr>
            <p:cNvSpPr txBox="1"/>
            <p:nvPr/>
          </p:nvSpPr>
          <p:spPr>
            <a:xfrm>
              <a:off x="8712882" y="3585291"/>
              <a:ext cx="1812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3"/>
                  </a:solidFill>
                </a:rPr>
                <a:t>Center Vertices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6942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8BB96-8CB1-61F6-8C30-291B9F2AE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90" y="384497"/>
            <a:ext cx="3386326" cy="1554480"/>
          </a:xfrm>
        </p:spPr>
        <p:txBody>
          <a:bodyPr anchor="ctr">
            <a:normAutofit/>
          </a:bodyPr>
          <a:lstStyle/>
          <a:p>
            <a:r>
              <a:rPr lang="en-US" dirty="0"/>
              <a:t>Distribution Statistics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E3F67-7B35-4856-0EB3-195588F02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998" y="445352"/>
            <a:ext cx="7644002" cy="2109965"/>
          </a:xfrm>
        </p:spPr>
        <p:txBody>
          <a:bodyPr anchor="ctr">
            <a:noAutofit/>
          </a:bodyPr>
          <a:lstStyle/>
          <a:p>
            <a:r>
              <a:rPr lang="en-US" sz="1800" dirty="0"/>
              <a:t>Analyze the spread and shape of metric values</a:t>
            </a:r>
          </a:p>
          <a:p>
            <a:r>
              <a:rPr lang="en-US" sz="1800" dirty="0"/>
              <a:t>Compute statistics of the graph (e.g. mean, which is the total number of degrees over the graph’s size)</a:t>
            </a:r>
          </a:p>
          <a:p>
            <a:r>
              <a:rPr lang="en-US" sz="1800" dirty="0"/>
              <a:t>Reveal heterogeneity, diversity in degrees, triangle count, and path length</a:t>
            </a:r>
          </a:p>
          <a:p>
            <a:r>
              <a:rPr lang="en-US" sz="1800" dirty="0"/>
              <a:t>Support comparative analysis across network types</a:t>
            </a:r>
          </a:p>
          <a:p>
            <a:r>
              <a:rPr lang="en-US" sz="1800" dirty="0"/>
              <a:t>Include probability and statistics calculations such as mean, median, variance, skewness, and kurtosis</a:t>
            </a:r>
          </a:p>
        </p:txBody>
      </p:sp>
      <p:pic>
        <p:nvPicPr>
          <p:cNvPr id="6" name="Picture 5" descr="A comparison of a number of nodes&#10;&#10;AI-generated content may be incorrect.">
            <a:extLst>
              <a:ext uri="{FF2B5EF4-FFF2-40B4-BE49-F238E27FC236}">
                <a16:creationId xmlns:a16="http://schemas.microsoft.com/office/drawing/2014/main" id="{F822ADEA-CDC6-64E5-3161-BD4D74036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32" y="2752368"/>
            <a:ext cx="10917936" cy="34912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BAF093-2308-4406-04A7-36C208160119}"/>
              </a:ext>
            </a:extLst>
          </p:cNvPr>
          <p:cNvSpPr txBox="1"/>
          <p:nvPr/>
        </p:nvSpPr>
        <p:spPr>
          <a:xfrm>
            <a:off x="312817" y="1797784"/>
            <a:ext cx="371739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Algorithms and Theorems Used: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00000"/>
                </a:solidFill>
              </a:rPr>
              <a:t>Quicksort algorithm to sort data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00000"/>
                </a:solidFill>
              </a:rPr>
              <a:t>Newman’s </a:t>
            </a:r>
            <a:r>
              <a:rPr lang="en-US" sz="1200" dirty="0" err="1">
                <a:solidFill>
                  <a:srgbClr val="C00000"/>
                </a:solidFill>
              </a:rPr>
              <a:t>Assortativity</a:t>
            </a:r>
            <a:r>
              <a:rPr lang="en-US" sz="1200" dirty="0">
                <a:solidFill>
                  <a:srgbClr val="C00000"/>
                </a:solidFill>
              </a:rPr>
              <a:t> Coefficient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00000"/>
                </a:solidFill>
              </a:rPr>
              <a:t>Probability and Statistics Theorems like mean, median, standard dev,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A59E7D-E311-233D-CDED-1E9BA9CD995B}"/>
              </a:ext>
            </a:extLst>
          </p:cNvPr>
          <p:cNvSpPr txBox="1"/>
          <p:nvPr/>
        </p:nvSpPr>
        <p:spPr>
          <a:xfrm>
            <a:off x="1041014" y="6195684"/>
            <a:ext cx="9816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Figures presents degree distribution of two different graphs. Left: random networks where most nodes are around average. Right: Real world networks with right-skewed distribution.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413E7E2-EE99-233F-71FE-BC0678872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6112" y="6580404"/>
            <a:ext cx="23622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(Image credit: [Scholz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2024]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173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7D47CE-818E-7C6C-39F0-F39F45B6F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US" dirty="0"/>
              <a:t>Spectral Metrics</a:t>
            </a:r>
          </a:p>
        </p:txBody>
      </p:sp>
      <p:grpSp>
        <p:nvGrpSpPr>
          <p:cNvPr id="2072" name="Group 207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073" name="Rectangle 207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4" name="Rectangle 207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06756A-B649-62C4-4F8C-840C5F19B9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719" y="2330505"/>
                <a:ext cx="5278066" cy="3979585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2000" dirty="0"/>
                  <a:t>Derived from the eigenvalues of the matrix representation of the graph</a:t>
                </a:r>
              </a:p>
              <a:p>
                <a:r>
                  <a:rPr lang="en-US" sz="2000" dirty="0"/>
                  <a:t>Measure connectivity, critical vertices, bridges, and graph partitions</a:t>
                </a:r>
              </a:p>
              <a:p>
                <a:r>
                  <a:rPr lang="en-US" sz="2000" dirty="0"/>
                  <a:t>Indicate graph cohesion and expansion properties</a:t>
                </a:r>
              </a:p>
              <a:p>
                <a:r>
                  <a:rPr lang="en-US" sz="2000" dirty="0"/>
                  <a:t>Used in clustering and community detection</a:t>
                </a:r>
              </a:p>
              <a:p>
                <a:r>
                  <a:rPr lang="en-US" sz="2000" dirty="0"/>
                  <a:t>Uses </a:t>
                </a:r>
                <a:r>
                  <a:rPr lang="en-US" sz="2000" dirty="0" err="1"/>
                  <a:t>Cheeger’s</a:t>
                </a:r>
                <a:r>
                  <a:rPr lang="en-US" sz="2000" dirty="0"/>
                  <a:t> Inequality Theorem: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sz="2000" b="1" i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sz="2000" b="1" i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000" b="1" i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𝝓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</m:d>
                    <m:r>
                      <a:rPr lang="en-US" sz="2000" b="1" i="0"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1" i="0">
                            <a:latin typeface="Cambria Math" panose="020405030504060302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sz="2000" b="1" i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rad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06756A-B649-62C4-4F8C-840C5F19B9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719" y="2330505"/>
                <a:ext cx="5278066" cy="3979585"/>
              </a:xfrm>
              <a:blipFill>
                <a:blip r:embed="rId3"/>
                <a:stretch>
                  <a:fillRect l="-1039" r="-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78" name="Rectangle 207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0" name="Rectangle 207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5.Spectral Clustering | machine-learning-with-graphs – Weights &amp; Biases">
            <a:extLst>
              <a:ext uri="{FF2B5EF4-FFF2-40B4-BE49-F238E27FC236}">
                <a16:creationId xmlns:a16="http://schemas.microsoft.com/office/drawing/2014/main" id="{F834318D-C464-1507-27A5-7D15AAE62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73714" y="708311"/>
            <a:ext cx="4397433" cy="185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2" name="Rectangle 2081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Koopman-Based Spectral Clustering of Directed and Time-Evolving Graphs |  Journal of Nonlinear Science">
            <a:extLst>
              <a:ext uri="{FF2B5EF4-FFF2-40B4-BE49-F238E27FC236}">
                <a16:creationId xmlns:a16="http://schemas.microsoft.com/office/drawing/2014/main" id="{A0C55FA5-A5F5-03A2-3B1D-6B50FA65B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50166" y="3707894"/>
            <a:ext cx="2462083" cy="251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E3203A80-CE49-09DC-3E58-08DC1C5DD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1889" y="6580366"/>
            <a:ext cx="62103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(Image credits: Top - [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syllogismos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2025], Bottom – [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Klus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Djurdjevac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Conrad 2022])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285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1" name="Freeform: Shape 6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3" name="Freeform: Shape 6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BE0355-7235-A0C8-57B8-9C11A1F41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32" y="1165860"/>
            <a:ext cx="3924681" cy="1239012"/>
          </a:xfrm>
        </p:spPr>
        <p:txBody>
          <a:bodyPr anchor="ctr">
            <a:noAutofit/>
          </a:bodyPr>
          <a:lstStyle/>
          <a:p>
            <a:r>
              <a:rPr lang="en-US" dirty="0"/>
              <a:t>Triangle Metrics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9930F-83CB-7BE3-568B-0E1FDB569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/>
              <a:t>Count triangle formations in the graph</a:t>
            </a:r>
          </a:p>
          <a:p>
            <a:r>
              <a:rPr lang="en-US" sz="1700"/>
              <a:t>Reveal local groupings and interaction clusters using triangle formation</a:t>
            </a:r>
          </a:p>
          <a:p>
            <a:r>
              <a:rPr lang="en-US" sz="1700"/>
              <a:t>Support triangle-based centrality/centralities and motif analysis</a:t>
            </a:r>
          </a:p>
          <a:p>
            <a:r>
              <a:rPr lang="en-US" sz="1700"/>
              <a:t>Identify cohesive subgraphs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F5D5F1-AEBC-C82B-A9A1-A9A5DBF77D44}"/>
              </a:ext>
            </a:extLst>
          </p:cNvPr>
          <p:cNvSpPr txBox="1"/>
          <p:nvPr/>
        </p:nvSpPr>
        <p:spPr>
          <a:xfrm>
            <a:off x="6370208" y="441763"/>
            <a:ext cx="40936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Algorithms and Theorems Used: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Hop count algorithm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Triangle Enumeration by Vertex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Triangle Hitting Set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Greedy removal of edges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F9EEB4-CABB-CAB5-624E-DFA7AEA109DB}"/>
              </a:ext>
            </a:extLst>
          </p:cNvPr>
          <p:cNvSpPr txBox="1"/>
          <p:nvPr/>
        </p:nvSpPr>
        <p:spPr>
          <a:xfrm>
            <a:off x="6079256" y="6193569"/>
            <a:ext cx="46667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Figure shows an example graph split into 3 triangles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9944F9CA-3405-9039-6B5F-6CCA6193DB25}"/>
              </a:ext>
            </a:extLst>
          </p:cNvPr>
          <p:cNvGrpSpPr/>
          <p:nvPr/>
        </p:nvGrpSpPr>
        <p:grpSpPr>
          <a:xfrm>
            <a:off x="6298299" y="2337624"/>
            <a:ext cx="4758079" cy="3549091"/>
            <a:chOff x="6750604" y="2443480"/>
            <a:chExt cx="4758079" cy="354909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C0398F-6A23-4110-202C-37E0F80511C8}"/>
                    </a:ext>
                  </a:extLst>
                </p14:cNvPr>
                <p14:cNvContentPartPr/>
                <p14:nvPr/>
              </p14:nvContentPartPr>
              <p14:xfrm>
                <a:off x="6828533" y="2952743"/>
                <a:ext cx="177840" cy="177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C0398F-6A23-4110-202C-37E0F80511C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10533" y="2934743"/>
                  <a:ext cx="213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6517E07-83FF-73C7-4F7D-363D9317298F}"/>
                    </a:ext>
                  </a:extLst>
                </p14:cNvPr>
                <p14:cNvContentPartPr/>
                <p14:nvPr/>
              </p14:nvContentPartPr>
              <p14:xfrm>
                <a:off x="6874320" y="2991255"/>
                <a:ext cx="109440" cy="98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6517E07-83FF-73C7-4F7D-363D9317298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56680" y="2973255"/>
                  <a:ext cx="145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6655C40-6B08-345E-D9A1-583743C62CD7}"/>
                    </a:ext>
                  </a:extLst>
                </p14:cNvPr>
                <p14:cNvContentPartPr/>
                <p14:nvPr/>
              </p14:nvContentPartPr>
              <p14:xfrm>
                <a:off x="6867855" y="3001425"/>
                <a:ext cx="81360" cy="67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6655C40-6B08-345E-D9A1-583743C62C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50215" y="2983425"/>
                  <a:ext cx="117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E0290B5-825D-5D2E-9A14-2408B4BF3684}"/>
                    </a:ext>
                  </a:extLst>
                </p14:cNvPr>
                <p14:cNvContentPartPr/>
                <p14:nvPr/>
              </p14:nvContentPartPr>
              <p14:xfrm>
                <a:off x="7792268" y="2952743"/>
                <a:ext cx="177840" cy="177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E0290B5-825D-5D2E-9A14-2408B4BF368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774268" y="2934743"/>
                  <a:ext cx="213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240EBC6-E32D-96CC-C78B-ACEC804483B9}"/>
                    </a:ext>
                  </a:extLst>
                </p14:cNvPr>
                <p14:cNvContentPartPr/>
                <p14:nvPr/>
              </p14:nvContentPartPr>
              <p14:xfrm>
                <a:off x="7838055" y="2991255"/>
                <a:ext cx="109440" cy="98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240EBC6-E32D-96CC-C78B-ACEC804483B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20415" y="2973255"/>
                  <a:ext cx="145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5FD4F81-7721-97F1-208D-A35BC1F85D55}"/>
                    </a:ext>
                  </a:extLst>
                </p14:cNvPr>
                <p14:cNvContentPartPr/>
                <p14:nvPr/>
              </p14:nvContentPartPr>
              <p14:xfrm>
                <a:off x="7831590" y="3001425"/>
                <a:ext cx="81360" cy="67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5FD4F81-7721-97F1-208D-A35BC1F85D5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813950" y="2983425"/>
                  <a:ext cx="117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AD83F88-3286-FE84-0BEB-AA6631B1697D}"/>
                    </a:ext>
                  </a:extLst>
                </p14:cNvPr>
                <p14:cNvContentPartPr/>
                <p14:nvPr/>
              </p14:nvContentPartPr>
              <p14:xfrm>
                <a:off x="6828533" y="3804881"/>
                <a:ext cx="177840" cy="177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AD83F88-3286-FE84-0BEB-AA6631B1697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10533" y="3786881"/>
                  <a:ext cx="213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3B1EEF4-7A4B-A314-D252-8085C8CB23C5}"/>
                    </a:ext>
                  </a:extLst>
                </p14:cNvPr>
                <p14:cNvContentPartPr/>
                <p14:nvPr/>
              </p14:nvContentPartPr>
              <p14:xfrm>
                <a:off x="6874320" y="3843393"/>
                <a:ext cx="109440" cy="98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3B1EEF4-7A4B-A314-D252-8085C8CB23C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56680" y="3825393"/>
                  <a:ext cx="145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AF0C25C-BCA4-AE2E-FE82-046234E2FEB8}"/>
                    </a:ext>
                  </a:extLst>
                </p14:cNvPr>
                <p14:cNvContentPartPr/>
                <p14:nvPr/>
              </p14:nvContentPartPr>
              <p14:xfrm>
                <a:off x="6867855" y="3853563"/>
                <a:ext cx="81360" cy="67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AF0C25C-BCA4-AE2E-FE82-046234E2FEB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50215" y="3835563"/>
                  <a:ext cx="117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515A57E-9195-09A8-D531-D85A330D5FF8}"/>
                    </a:ext>
                  </a:extLst>
                </p14:cNvPr>
                <p14:cNvContentPartPr/>
                <p14:nvPr/>
              </p14:nvContentPartPr>
              <p14:xfrm>
                <a:off x="7792268" y="3804881"/>
                <a:ext cx="177840" cy="177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515A57E-9195-09A8-D531-D85A330D5FF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774268" y="3786881"/>
                  <a:ext cx="213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285B306-A0FE-BA6E-9082-00A0EFE90828}"/>
                    </a:ext>
                  </a:extLst>
                </p14:cNvPr>
                <p14:cNvContentPartPr/>
                <p14:nvPr/>
              </p14:nvContentPartPr>
              <p14:xfrm>
                <a:off x="7838055" y="3843393"/>
                <a:ext cx="109440" cy="98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285B306-A0FE-BA6E-9082-00A0EFE9082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20415" y="3825393"/>
                  <a:ext cx="145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67FF164-175E-4858-C9AB-D94BDBA0682C}"/>
                    </a:ext>
                  </a:extLst>
                </p14:cNvPr>
                <p14:cNvContentPartPr/>
                <p14:nvPr/>
              </p14:nvContentPartPr>
              <p14:xfrm>
                <a:off x="7831590" y="3853563"/>
                <a:ext cx="81360" cy="67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67FF164-175E-4858-C9AB-D94BDBA0682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813950" y="3835563"/>
                  <a:ext cx="117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6626368-426D-2FBE-CD49-42BE8FFFA643}"/>
                    </a:ext>
                  </a:extLst>
                </p14:cNvPr>
                <p14:cNvContentPartPr/>
                <p14:nvPr/>
              </p14:nvContentPartPr>
              <p14:xfrm>
                <a:off x="8549097" y="3380318"/>
                <a:ext cx="177840" cy="177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6626368-426D-2FBE-CD49-42BE8FFFA64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531097" y="3362318"/>
                  <a:ext cx="213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D04AB7F-67C0-F275-BD71-EA56DC46AB21}"/>
                    </a:ext>
                  </a:extLst>
                </p14:cNvPr>
                <p14:cNvContentPartPr/>
                <p14:nvPr/>
              </p14:nvContentPartPr>
              <p14:xfrm>
                <a:off x="8594884" y="3418830"/>
                <a:ext cx="109440" cy="98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D04AB7F-67C0-F275-BD71-EA56DC46AB2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77244" y="3400830"/>
                  <a:ext cx="145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18D81CE-B470-8D68-028A-DAFEF02610D7}"/>
                    </a:ext>
                  </a:extLst>
                </p14:cNvPr>
                <p14:cNvContentPartPr/>
                <p14:nvPr/>
              </p14:nvContentPartPr>
              <p14:xfrm>
                <a:off x="8588419" y="3429000"/>
                <a:ext cx="81360" cy="67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18D81CE-B470-8D68-028A-DAFEF02610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70779" y="3411000"/>
                  <a:ext cx="117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97BD638-B607-636B-C490-F24C4D7B74C8}"/>
                    </a:ext>
                  </a:extLst>
                </p14:cNvPr>
                <p14:cNvContentPartPr/>
                <p14:nvPr/>
              </p14:nvContentPartPr>
              <p14:xfrm>
                <a:off x="10343151" y="2526522"/>
                <a:ext cx="177840" cy="177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97BD638-B607-636B-C490-F24C4D7B74C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325151" y="2508522"/>
                  <a:ext cx="213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73C3128-D0DC-FAA0-47A6-0B81A37408D3}"/>
                    </a:ext>
                  </a:extLst>
                </p14:cNvPr>
                <p14:cNvContentPartPr/>
                <p14:nvPr/>
              </p14:nvContentPartPr>
              <p14:xfrm>
                <a:off x="10388938" y="2565034"/>
                <a:ext cx="109440" cy="98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73C3128-D0DC-FAA0-47A6-0B81A37408D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371298" y="2547034"/>
                  <a:ext cx="145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8EA8E7C-061B-C494-DB41-C83B38A107AA}"/>
                    </a:ext>
                  </a:extLst>
                </p14:cNvPr>
                <p14:cNvContentPartPr/>
                <p14:nvPr/>
              </p14:nvContentPartPr>
              <p14:xfrm>
                <a:off x="10382473" y="2575204"/>
                <a:ext cx="81360" cy="67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8EA8E7C-061B-C494-DB41-C83B38A107A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64833" y="2557204"/>
                  <a:ext cx="117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4D09905-178D-D0FB-B459-E0613B3D1E2C}"/>
                    </a:ext>
                  </a:extLst>
                </p14:cNvPr>
                <p14:cNvContentPartPr/>
                <p14:nvPr/>
              </p14:nvContentPartPr>
              <p14:xfrm>
                <a:off x="10328861" y="2514251"/>
                <a:ext cx="217080" cy="216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4D09905-178D-D0FB-B459-E0613B3D1E2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319861" y="2505251"/>
                  <a:ext cx="2347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4FD04B7-1648-E2B2-2E8E-6AA2C93CD2F9}"/>
                    </a:ext>
                  </a:extLst>
                </p14:cNvPr>
                <p14:cNvContentPartPr/>
                <p14:nvPr/>
              </p14:nvContentPartPr>
              <p14:xfrm>
                <a:off x="10370261" y="2571491"/>
                <a:ext cx="120960" cy="114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4FD04B7-1648-E2B2-2E8E-6AA2C93CD2F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334621" y="2535491"/>
                  <a:ext cx="192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BB9F12D-57F4-35AB-8ED4-F5B46D5ABAE9}"/>
                    </a:ext>
                  </a:extLst>
                </p14:cNvPr>
                <p14:cNvContentPartPr/>
                <p14:nvPr/>
              </p14:nvContentPartPr>
              <p14:xfrm>
                <a:off x="11139748" y="2526522"/>
                <a:ext cx="177840" cy="177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BB9F12D-57F4-35AB-8ED4-F5B46D5ABAE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121748" y="2508522"/>
                  <a:ext cx="213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61A765D-40E1-D8FA-DF54-B86B5287B5D4}"/>
                    </a:ext>
                  </a:extLst>
                </p14:cNvPr>
                <p14:cNvContentPartPr/>
                <p14:nvPr/>
              </p14:nvContentPartPr>
              <p14:xfrm>
                <a:off x="11185535" y="2565034"/>
                <a:ext cx="109440" cy="98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61A765D-40E1-D8FA-DF54-B86B5287B5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167895" y="2547034"/>
                  <a:ext cx="145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F916EE6-7DE9-A877-C339-F6AB7C110F97}"/>
                    </a:ext>
                  </a:extLst>
                </p14:cNvPr>
                <p14:cNvContentPartPr/>
                <p14:nvPr/>
              </p14:nvContentPartPr>
              <p14:xfrm>
                <a:off x="11179070" y="2575204"/>
                <a:ext cx="81360" cy="67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F916EE6-7DE9-A877-C339-F6AB7C110F9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161430" y="2557204"/>
                  <a:ext cx="117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360EC9A-D8FA-AB80-3246-E80AF401B8C3}"/>
                    </a:ext>
                  </a:extLst>
                </p14:cNvPr>
                <p14:cNvContentPartPr/>
                <p14:nvPr/>
              </p14:nvContentPartPr>
              <p14:xfrm>
                <a:off x="11125458" y="2514251"/>
                <a:ext cx="217080" cy="216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360EC9A-D8FA-AB80-3246-E80AF401B8C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116458" y="2505251"/>
                  <a:ext cx="2347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09F8EBF-9609-BA49-50E0-7BA06BC29D9E}"/>
                    </a:ext>
                  </a:extLst>
                </p14:cNvPr>
                <p14:cNvContentPartPr/>
                <p14:nvPr/>
              </p14:nvContentPartPr>
              <p14:xfrm>
                <a:off x="11166858" y="2571491"/>
                <a:ext cx="120960" cy="114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09F8EBF-9609-BA49-50E0-7BA06BC29D9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131218" y="2535491"/>
                  <a:ext cx="192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332CAD1-8FB1-D360-1127-686A6825C756}"/>
                    </a:ext>
                  </a:extLst>
                </p14:cNvPr>
                <p14:cNvContentPartPr/>
                <p14:nvPr/>
              </p14:nvContentPartPr>
              <p14:xfrm>
                <a:off x="11138454" y="3314716"/>
                <a:ext cx="177840" cy="177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332CAD1-8FB1-D360-1127-686A6825C75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120454" y="3296716"/>
                  <a:ext cx="213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E56C9AE-6753-5AE0-11E7-9D775124F8EC}"/>
                    </a:ext>
                  </a:extLst>
                </p14:cNvPr>
                <p14:cNvContentPartPr/>
                <p14:nvPr/>
              </p14:nvContentPartPr>
              <p14:xfrm>
                <a:off x="11184241" y="3353228"/>
                <a:ext cx="109440" cy="98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E56C9AE-6753-5AE0-11E7-9D775124F8E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166601" y="3335228"/>
                  <a:ext cx="145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B61988D-1211-008F-E409-56D2EE47DFB3}"/>
                    </a:ext>
                  </a:extLst>
                </p14:cNvPr>
                <p14:cNvContentPartPr/>
                <p14:nvPr/>
              </p14:nvContentPartPr>
              <p14:xfrm>
                <a:off x="11177776" y="3363398"/>
                <a:ext cx="81360" cy="67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B61988D-1211-008F-E409-56D2EE47DF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160136" y="3345398"/>
                  <a:ext cx="117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3AE0DBB-8F03-485A-7B23-D05F721C0E12}"/>
                    </a:ext>
                  </a:extLst>
                </p14:cNvPr>
                <p14:cNvContentPartPr/>
                <p14:nvPr/>
              </p14:nvContentPartPr>
              <p14:xfrm>
                <a:off x="11124164" y="3302445"/>
                <a:ext cx="217080" cy="216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3AE0DBB-8F03-485A-7B23-D05F721C0E1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115164" y="3293445"/>
                  <a:ext cx="2347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19731B9-DC5C-B2A7-B1A1-A117FF72847A}"/>
                    </a:ext>
                  </a:extLst>
                </p14:cNvPr>
                <p14:cNvContentPartPr/>
                <p14:nvPr/>
              </p14:nvContentPartPr>
              <p14:xfrm>
                <a:off x="11165564" y="3359685"/>
                <a:ext cx="120960" cy="114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19731B9-DC5C-B2A7-B1A1-A117FF72847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129924" y="3323685"/>
                  <a:ext cx="192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F769EA6-779B-1E8E-83B5-7FB4556D9028}"/>
                    </a:ext>
                  </a:extLst>
                </p14:cNvPr>
                <p14:cNvContentPartPr/>
                <p14:nvPr/>
              </p14:nvContentPartPr>
              <p14:xfrm>
                <a:off x="9933576" y="4305228"/>
                <a:ext cx="177840" cy="177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F769EA6-779B-1E8E-83B5-7FB4556D902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915576" y="4287228"/>
                  <a:ext cx="213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95A3A89-E6B8-A6B5-21D9-43AC95D18FA5}"/>
                    </a:ext>
                  </a:extLst>
                </p14:cNvPr>
                <p14:cNvContentPartPr/>
                <p14:nvPr/>
              </p14:nvContentPartPr>
              <p14:xfrm>
                <a:off x="9979363" y="4343740"/>
                <a:ext cx="109440" cy="98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95A3A89-E6B8-A6B5-21D9-43AC95D18FA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961723" y="4325740"/>
                  <a:ext cx="145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B45C90D-C956-18E9-380C-CD6B94173E66}"/>
                    </a:ext>
                  </a:extLst>
                </p14:cNvPr>
                <p14:cNvContentPartPr/>
                <p14:nvPr/>
              </p14:nvContentPartPr>
              <p14:xfrm>
                <a:off x="9972898" y="4353910"/>
                <a:ext cx="81360" cy="67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B45C90D-C956-18E9-380C-CD6B94173E6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55258" y="4335910"/>
                  <a:ext cx="117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4A1A065-1EFD-C142-BF65-2017C2329796}"/>
                    </a:ext>
                  </a:extLst>
                </p14:cNvPr>
                <p14:cNvContentPartPr/>
                <p14:nvPr/>
              </p14:nvContentPartPr>
              <p14:xfrm>
                <a:off x="9919286" y="4292957"/>
                <a:ext cx="217080" cy="216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4A1A065-1EFD-C142-BF65-2017C232979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910286" y="4283957"/>
                  <a:ext cx="2347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C474909-8C02-A7C5-CC85-FB0B14D826F9}"/>
                    </a:ext>
                  </a:extLst>
                </p14:cNvPr>
                <p14:cNvContentPartPr/>
                <p14:nvPr/>
              </p14:nvContentPartPr>
              <p14:xfrm>
                <a:off x="9960686" y="4350197"/>
                <a:ext cx="120960" cy="114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C474909-8C02-A7C5-CC85-FB0B14D826F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925046" y="4314197"/>
                  <a:ext cx="192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97BE5DD-2AFC-FABE-5B2C-D3A95A35F43D}"/>
                    </a:ext>
                  </a:extLst>
                </p14:cNvPr>
                <p14:cNvContentPartPr/>
                <p14:nvPr/>
              </p14:nvContentPartPr>
              <p14:xfrm>
                <a:off x="10754301" y="4931103"/>
                <a:ext cx="177840" cy="177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97BE5DD-2AFC-FABE-5B2C-D3A95A35F43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736301" y="4913103"/>
                  <a:ext cx="213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406462D-B9D8-4082-AF36-27ECBF043084}"/>
                    </a:ext>
                  </a:extLst>
                </p14:cNvPr>
                <p14:cNvContentPartPr/>
                <p14:nvPr/>
              </p14:nvContentPartPr>
              <p14:xfrm>
                <a:off x="10800088" y="4969615"/>
                <a:ext cx="109440" cy="98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406462D-B9D8-4082-AF36-27ECBF0430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782448" y="4951615"/>
                  <a:ext cx="145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FF843D8-A925-599A-C074-F67F934D6716}"/>
                    </a:ext>
                  </a:extLst>
                </p14:cNvPr>
                <p14:cNvContentPartPr/>
                <p14:nvPr/>
              </p14:nvContentPartPr>
              <p14:xfrm>
                <a:off x="10793623" y="4979785"/>
                <a:ext cx="81360" cy="67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FF843D8-A925-599A-C074-F67F934D671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775983" y="4961785"/>
                  <a:ext cx="117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8B63F59-C812-6B14-3091-AC8CC4D63035}"/>
                    </a:ext>
                  </a:extLst>
                </p14:cNvPr>
                <p14:cNvContentPartPr/>
                <p14:nvPr/>
              </p14:nvContentPartPr>
              <p14:xfrm>
                <a:off x="10740011" y="4918832"/>
                <a:ext cx="217080" cy="216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8B63F59-C812-6B14-3091-AC8CC4D6303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731011" y="4909832"/>
                  <a:ext cx="2347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B2BF3D3-D7F8-A594-602B-E7A68D536AD4}"/>
                    </a:ext>
                  </a:extLst>
                </p14:cNvPr>
                <p14:cNvContentPartPr/>
                <p14:nvPr/>
              </p14:nvContentPartPr>
              <p14:xfrm>
                <a:off x="10781411" y="4976072"/>
                <a:ext cx="120960" cy="114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B2BF3D3-D7F8-A594-602B-E7A68D536AD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745771" y="4940072"/>
                  <a:ext cx="192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866C434-62B4-3949-675D-952D99AC031F}"/>
                    </a:ext>
                  </a:extLst>
                </p14:cNvPr>
                <p14:cNvContentPartPr/>
                <p14:nvPr/>
              </p14:nvContentPartPr>
              <p14:xfrm>
                <a:off x="9933576" y="4927390"/>
                <a:ext cx="177840" cy="177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866C434-62B4-3949-675D-952D99AC031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915576" y="4909390"/>
                  <a:ext cx="213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B82E8A4-62E2-5B51-8698-A3CF24705137}"/>
                    </a:ext>
                  </a:extLst>
                </p14:cNvPr>
                <p14:cNvContentPartPr/>
                <p14:nvPr/>
              </p14:nvContentPartPr>
              <p14:xfrm>
                <a:off x="9979363" y="4965902"/>
                <a:ext cx="109440" cy="982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B82E8A4-62E2-5B51-8698-A3CF2470513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961723" y="4947902"/>
                  <a:ext cx="145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4B7575F-F676-BAC3-0520-646760C5D122}"/>
                    </a:ext>
                  </a:extLst>
                </p14:cNvPr>
                <p14:cNvContentPartPr/>
                <p14:nvPr/>
              </p14:nvContentPartPr>
              <p14:xfrm>
                <a:off x="9972898" y="4976072"/>
                <a:ext cx="81360" cy="67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4B7575F-F676-BAC3-0520-646760C5D12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55258" y="4958072"/>
                  <a:ext cx="117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59ECBAA-8A4E-0911-B458-03D802F3009A}"/>
                    </a:ext>
                  </a:extLst>
                </p14:cNvPr>
                <p14:cNvContentPartPr/>
                <p14:nvPr/>
              </p14:nvContentPartPr>
              <p14:xfrm>
                <a:off x="9919286" y="4915119"/>
                <a:ext cx="217080" cy="216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59ECBAA-8A4E-0911-B458-03D802F3009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910286" y="4906119"/>
                  <a:ext cx="2347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89107D1-DEA9-2544-E621-86AAA73405BC}"/>
                    </a:ext>
                  </a:extLst>
                </p14:cNvPr>
                <p14:cNvContentPartPr/>
                <p14:nvPr/>
              </p14:nvContentPartPr>
              <p14:xfrm>
                <a:off x="9960686" y="4972359"/>
                <a:ext cx="120960" cy="114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89107D1-DEA9-2544-E621-86AAA73405B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925046" y="4936359"/>
                  <a:ext cx="192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8851154-D88C-0FEA-FFDA-F9A31AECFC33}"/>
                    </a:ext>
                  </a:extLst>
                </p14:cNvPr>
                <p14:cNvContentPartPr/>
                <p14:nvPr/>
              </p14:nvContentPartPr>
              <p14:xfrm>
                <a:off x="7816011" y="4982561"/>
                <a:ext cx="177840" cy="177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8851154-D88C-0FEA-FFDA-F9A31AECFC3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798011" y="4964561"/>
                  <a:ext cx="213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103F8EE-4B9A-E6CE-FEBC-DB13932A50D4}"/>
                    </a:ext>
                  </a:extLst>
                </p14:cNvPr>
                <p14:cNvContentPartPr/>
                <p14:nvPr/>
              </p14:nvContentPartPr>
              <p14:xfrm>
                <a:off x="7861798" y="5021073"/>
                <a:ext cx="109440" cy="98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103F8EE-4B9A-E6CE-FEBC-DB13932A50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44158" y="5003073"/>
                  <a:ext cx="145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E17F807-164E-8C0F-3106-507A36563AFA}"/>
                    </a:ext>
                  </a:extLst>
                </p14:cNvPr>
                <p14:cNvContentPartPr/>
                <p14:nvPr/>
              </p14:nvContentPartPr>
              <p14:xfrm>
                <a:off x="7855333" y="5031243"/>
                <a:ext cx="81360" cy="67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E17F807-164E-8C0F-3106-507A36563AF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837693" y="5013243"/>
                  <a:ext cx="117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ED26C2F-B517-1F40-011D-E2AFB5DB4CD1}"/>
                    </a:ext>
                  </a:extLst>
                </p14:cNvPr>
                <p14:cNvContentPartPr/>
                <p14:nvPr/>
              </p14:nvContentPartPr>
              <p14:xfrm>
                <a:off x="7801721" y="4970290"/>
                <a:ext cx="217080" cy="216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ED26C2F-B517-1F40-011D-E2AFB5DB4CD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792721" y="4961290"/>
                  <a:ext cx="2347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E575D5A-128D-64E4-6360-C14BDC69223C}"/>
                    </a:ext>
                  </a:extLst>
                </p14:cNvPr>
                <p14:cNvContentPartPr/>
                <p14:nvPr/>
              </p14:nvContentPartPr>
              <p14:xfrm>
                <a:off x="7843121" y="5027530"/>
                <a:ext cx="120960" cy="1144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E575D5A-128D-64E4-6360-C14BDC69223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07481" y="4991530"/>
                  <a:ext cx="192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C125D14-5C6F-C2AB-EF1F-43F0394B7322}"/>
                    </a:ext>
                  </a:extLst>
                </p14:cNvPr>
                <p14:cNvContentPartPr/>
                <p14:nvPr/>
              </p14:nvContentPartPr>
              <p14:xfrm>
                <a:off x="7816011" y="5709514"/>
                <a:ext cx="177840" cy="177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C125D14-5C6F-C2AB-EF1F-43F0394B732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798011" y="5691514"/>
                  <a:ext cx="213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9ED3D67-AD79-C59B-2770-C94B2EC12AFD}"/>
                    </a:ext>
                  </a:extLst>
                </p14:cNvPr>
                <p14:cNvContentPartPr/>
                <p14:nvPr/>
              </p14:nvContentPartPr>
              <p14:xfrm>
                <a:off x="7861798" y="5748026"/>
                <a:ext cx="109440" cy="98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9ED3D67-AD79-C59B-2770-C94B2EC12AF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44158" y="5730026"/>
                  <a:ext cx="145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701C926-2DBA-6A70-B7F3-18938F1572AE}"/>
                    </a:ext>
                  </a:extLst>
                </p14:cNvPr>
                <p14:cNvContentPartPr/>
                <p14:nvPr/>
              </p14:nvContentPartPr>
              <p14:xfrm>
                <a:off x="7855333" y="5758196"/>
                <a:ext cx="81360" cy="67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701C926-2DBA-6A70-B7F3-18938F1572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837693" y="5740196"/>
                  <a:ext cx="117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DF92ECC-8D00-70B9-7152-859DB6648890}"/>
                    </a:ext>
                  </a:extLst>
                </p14:cNvPr>
                <p14:cNvContentPartPr/>
                <p14:nvPr/>
              </p14:nvContentPartPr>
              <p14:xfrm>
                <a:off x="7801721" y="5697243"/>
                <a:ext cx="217080" cy="216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DF92ECC-8D00-70B9-7152-859DB664889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792721" y="5688243"/>
                  <a:ext cx="2347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725B47E-5703-082D-7DFF-A3917EC0CF64}"/>
                    </a:ext>
                  </a:extLst>
                </p14:cNvPr>
                <p14:cNvContentPartPr/>
                <p14:nvPr/>
              </p14:nvContentPartPr>
              <p14:xfrm>
                <a:off x="7843121" y="5754483"/>
                <a:ext cx="120960" cy="114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725B47E-5703-082D-7DFF-A3917EC0CF6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07481" y="5718483"/>
                  <a:ext cx="192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70470CD-CF27-FC67-32A4-BCB1B864DB44}"/>
                    </a:ext>
                  </a:extLst>
                </p14:cNvPr>
                <p14:cNvContentPartPr/>
                <p14:nvPr/>
              </p14:nvContentPartPr>
              <p14:xfrm>
                <a:off x="8624322" y="5313207"/>
                <a:ext cx="177840" cy="177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70470CD-CF27-FC67-32A4-BCB1B864DB4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606322" y="5295207"/>
                  <a:ext cx="213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4ADCB8D-2056-054C-2C12-4BBAE89E9485}"/>
                    </a:ext>
                  </a:extLst>
                </p14:cNvPr>
                <p14:cNvContentPartPr/>
                <p14:nvPr/>
              </p14:nvContentPartPr>
              <p14:xfrm>
                <a:off x="8670109" y="5351719"/>
                <a:ext cx="109440" cy="98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4ADCB8D-2056-054C-2C12-4BBAE89E94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652469" y="5333719"/>
                  <a:ext cx="145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78A4E54-94E2-438B-F756-474AD12BD43E}"/>
                    </a:ext>
                  </a:extLst>
                </p14:cNvPr>
                <p14:cNvContentPartPr/>
                <p14:nvPr/>
              </p14:nvContentPartPr>
              <p14:xfrm>
                <a:off x="8663644" y="5361889"/>
                <a:ext cx="81360" cy="67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78A4E54-94E2-438B-F756-474AD12BD43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646004" y="5343889"/>
                  <a:ext cx="117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18DC01B-38C0-8E84-EDF0-D605433E7BCF}"/>
                    </a:ext>
                  </a:extLst>
                </p14:cNvPr>
                <p14:cNvContentPartPr/>
                <p14:nvPr/>
              </p14:nvContentPartPr>
              <p14:xfrm>
                <a:off x="8610032" y="5300936"/>
                <a:ext cx="217080" cy="216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18DC01B-38C0-8E84-EDF0-D605433E7BC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601032" y="5291936"/>
                  <a:ext cx="2347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654FB18-9418-483D-B2D5-055BEA0BC125}"/>
                    </a:ext>
                  </a:extLst>
                </p14:cNvPr>
                <p14:cNvContentPartPr/>
                <p14:nvPr/>
              </p14:nvContentPartPr>
              <p14:xfrm>
                <a:off x="8651432" y="5358176"/>
                <a:ext cx="120960" cy="1144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654FB18-9418-483D-B2D5-055BEA0BC12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615792" y="5322176"/>
                  <a:ext cx="192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CEF1F6D-124C-BFFC-580B-3415B1B69EBB}"/>
                    </a:ext>
                  </a:extLst>
                </p14:cNvPr>
                <p14:cNvContentPartPr/>
                <p14:nvPr/>
              </p14:nvContentPartPr>
              <p14:xfrm>
                <a:off x="6892680" y="3162255"/>
                <a:ext cx="360" cy="6087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CEF1F6D-124C-BFFC-580B-3415B1B69EB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75040" y="3144255"/>
                  <a:ext cx="3600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77813E7-9B76-3A79-150E-81F65B1B12B4}"/>
                    </a:ext>
                  </a:extLst>
                </p14:cNvPr>
                <p14:cNvContentPartPr/>
                <p14:nvPr/>
              </p14:nvContentPartPr>
              <p14:xfrm>
                <a:off x="7038840" y="3909930"/>
                <a:ext cx="725040" cy="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77813E7-9B76-3A79-150E-81F65B1B12B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20840" y="3892290"/>
                  <a:ext cx="760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AA1D133-E313-B2EA-577C-A849B0422B84}"/>
                    </a:ext>
                  </a:extLst>
                </p14:cNvPr>
                <p14:cNvContentPartPr/>
                <p14:nvPr/>
              </p14:nvContentPartPr>
              <p14:xfrm>
                <a:off x="7038840" y="3052770"/>
                <a:ext cx="723240" cy="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AA1D133-E313-B2EA-577C-A849B0422B8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020840" y="3034770"/>
                  <a:ext cx="7588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3B4DDE7-54D9-3E88-295D-416FE2AB658A}"/>
                    </a:ext>
                  </a:extLst>
                </p14:cNvPr>
                <p14:cNvContentPartPr/>
                <p14:nvPr/>
              </p14:nvContentPartPr>
              <p14:xfrm>
                <a:off x="7980600" y="3108930"/>
                <a:ext cx="553680" cy="307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3B4DDE7-54D9-3E88-295D-416FE2AB658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62600" y="3091290"/>
                  <a:ext cx="5893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8D88B3B-D212-19C8-ACC0-6589D63844EF}"/>
                    </a:ext>
                  </a:extLst>
                </p14:cNvPr>
                <p14:cNvContentPartPr/>
                <p14:nvPr/>
              </p14:nvContentPartPr>
              <p14:xfrm>
                <a:off x="7990320" y="3538410"/>
                <a:ext cx="565920" cy="326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8D88B3B-D212-19C8-ACC0-6589D63844E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72320" y="3520770"/>
                  <a:ext cx="6015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7725B89-C687-A5B7-2C4B-E190588141D9}"/>
                    </a:ext>
                  </a:extLst>
                </p14:cNvPr>
                <p14:cNvContentPartPr/>
                <p14:nvPr/>
              </p14:nvContentPartPr>
              <p14:xfrm>
                <a:off x="7869720" y="3162150"/>
                <a:ext cx="11160" cy="619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7725B89-C687-A5B7-2C4B-E190588141D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51720" y="3144510"/>
                  <a:ext cx="4680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B82F58D-8622-449B-3B02-8B959D58728E}"/>
                    </a:ext>
                  </a:extLst>
                </p14:cNvPr>
                <p14:cNvContentPartPr/>
                <p14:nvPr/>
              </p14:nvContentPartPr>
              <p14:xfrm>
                <a:off x="6979800" y="3144870"/>
                <a:ext cx="792360" cy="689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B82F58D-8622-449B-3B02-8B959D58728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962160" y="3127230"/>
                  <a:ext cx="82800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6AC3D3F-D7F1-2E15-401C-01A4F2EBC0D7}"/>
                    </a:ext>
                  </a:extLst>
                </p14:cNvPr>
                <p14:cNvContentPartPr/>
                <p14:nvPr/>
              </p14:nvContentPartPr>
              <p14:xfrm>
                <a:off x="10572600" y="2638095"/>
                <a:ext cx="546120" cy="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6AC3D3F-D7F1-2E15-401C-01A4F2EBC0D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54600" y="2620455"/>
                  <a:ext cx="581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2F01A37-8A6A-3C7F-DD9E-774139D88CDA}"/>
                    </a:ext>
                  </a:extLst>
                </p14:cNvPr>
                <p14:cNvContentPartPr/>
                <p14:nvPr/>
              </p14:nvContentPartPr>
              <p14:xfrm>
                <a:off x="10134480" y="5040015"/>
                <a:ext cx="620640" cy="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2F01A37-8A6A-3C7F-DD9E-774139D88CD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116480" y="5022015"/>
                  <a:ext cx="656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9812B03-F2DF-3C4E-356D-C784DA7E6902}"/>
                    </a:ext>
                  </a:extLst>
                </p14:cNvPr>
                <p14:cNvContentPartPr/>
                <p14:nvPr/>
              </p14:nvContentPartPr>
              <p14:xfrm>
                <a:off x="9996960" y="4533855"/>
                <a:ext cx="6840" cy="366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9812B03-F2DF-3C4E-356D-C784DA7E690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979320" y="4516215"/>
                  <a:ext cx="424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617034D-456A-523A-CCEC-B59EBD6894AD}"/>
                    </a:ext>
                  </a:extLst>
                </p14:cNvPr>
                <p14:cNvContentPartPr/>
                <p14:nvPr/>
              </p14:nvContentPartPr>
              <p14:xfrm>
                <a:off x="11196840" y="2743215"/>
                <a:ext cx="19800" cy="554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617034D-456A-523A-CCEC-B59EBD6894A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178840" y="2725575"/>
                  <a:ext cx="5544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F4A768B-21E2-397A-0CDD-3198385A9143}"/>
                    </a:ext>
                  </a:extLst>
                </p14:cNvPr>
                <p14:cNvContentPartPr/>
                <p14:nvPr/>
              </p14:nvContentPartPr>
              <p14:xfrm>
                <a:off x="10498080" y="2729820"/>
                <a:ext cx="621000" cy="621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F4A768B-21E2-397A-0CDD-3198385A914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80440" y="2711820"/>
                  <a:ext cx="656640" cy="65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23DB845-AC16-E636-6E1C-382CF8CBB8FB}"/>
                    </a:ext>
                  </a:extLst>
                </p14:cNvPr>
                <p14:cNvContentPartPr/>
                <p14:nvPr/>
              </p14:nvContentPartPr>
              <p14:xfrm>
                <a:off x="10111080" y="4486260"/>
                <a:ext cx="629280" cy="474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23DB845-AC16-E636-6E1C-382CF8CBB8F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093440" y="4468260"/>
                  <a:ext cx="66492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D091EA0-A3F2-C524-471D-07C45D5B8452}"/>
                    </a:ext>
                  </a:extLst>
                </p14:cNvPr>
                <p14:cNvContentPartPr/>
                <p14:nvPr/>
              </p14:nvContentPartPr>
              <p14:xfrm>
                <a:off x="8010480" y="5139300"/>
                <a:ext cx="572040" cy="2430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D091EA0-A3F2-C524-471D-07C45D5B845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992480" y="5121300"/>
                  <a:ext cx="6076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C2231E9-5ABA-614B-D033-700FBB737C61}"/>
                    </a:ext>
                  </a:extLst>
                </p14:cNvPr>
                <p14:cNvContentPartPr/>
                <p14:nvPr/>
              </p14:nvContentPartPr>
              <p14:xfrm>
                <a:off x="8571720" y="5381580"/>
                <a:ext cx="11880" cy="5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C2231E9-5ABA-614B-D033-700FBB737C6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553720" y="5363940"/>
                  <a:ext cx="475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EAE6ED0-A7D5-4C49-A0D6-64FF941A7EFB}"/>
                    </a:ext>
                  </a:extLst>
                </p14:cNvPr>
                <p14:cNvContentPartPr/>
                <p14:nvPr/>
              </p14:nvContentPartPr>
              <p14:xfrm>
                <a:off x="8026680" y="5475900"/>
                <a:ext cx="585720" cy="298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EAE6ED0-A7D5-4C49-A0D6-64FF941A7EF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09040" y="5457900"/>
                  <a:ext cx="6213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169DF70-00B4-C19C-A57C-E1E47B289CAA}"/>
                    </a:ext>
                  </a:extLst>
                </p14:cNvPr>
                <p14:cNvContentPartPr/>
                <p14:nvPr/>
              </p14:nvContentPartPr>
              <p14:xfrm>
                <a:off x="7898160" y="5196900"/>
                <a:ext cx="360" cy="4870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169DF70-00B4-C19C-A57C-E1E47B289CA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80520" y="5178900"/>
                  <a:ext cx="3600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DFA407E-64A8-BE9E-A613-BB14D9489014}"/>
                    </a:ext>
                  </a:extLst>
                </p14:cNvPr>
                <p14:cNvContentPartPr/>
                <p14:nvPr/>
              </p14:nvContentPartPr>
              <p14:xfrm>
                <a:off x="7992840" y="4221300"/>
                <a:ext cx="360" cy="464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DFA407E-64A8-BE9E-A613-BB14D948901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957200" y="4185300"/>
                  <a:ext cx="7200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CDF1E84-83CE-3E96-5FCF-60A4563AC10C}"/>
                    </a:ext>
                  </a:extLst>
                </p14:cNvPr>
                <p14:cNvContentPartPr/>
                <p14:nvPr/>
              </p14:nvContentPartPr>
              <p14:xfrm>
                <a:off x="8748480" y="4038780"/>
                <a:ext cx="642240" cy="370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CDF1E84-83CE-3E96-5FCF-60A4563AC10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12840" y="4003140"/>
                  <a:ext cx="71388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A86A9F3-8A77-34EC-017F-BE5C7447C6EF}"/>
                    </a:ext>
                  </a:extLst>
                </p14:cNvPr>
                <p14:cNvContentPartPr/>
                <p14:nvPr/>
              </p14:nvContentPartPr>
              <p14:xfrm>
                <a:off x="9270480" y="3235980"/>
                <a:ext cx="818640" cy="129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A86A9F3-8A77-34EC-017F-BE5C7447C6E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34840" y="3200340"/>
                  <a:ext cx="8902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598A77E-03C8-512E-259B-C5DB89B165E2}"/>
                    </a:ext>
                  </a:extLst>
                </p14:cNvPr>
                <p14:cNvContentPartPr/>
                <p14:nvPr/>
              </p14:nvContentPartPr>
              <p14:xfrm>
                <a:off x="9890760" y="3154620"/>
                <a:ext cx="190800" cy="615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598A77E-03C8-512E-259B-C5DB89B165E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854760" y="3118620"/>
                  <a:ext cx="2624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D832C25-A4E0-667D-A02A-8AAFA14980BF}"/>
                    </a:ext>
                  </a:extLst>
                </p14:cNvPr>
                <p14:cNvContentPartPr/>
                <p14:nvPr/>
              </p14:nvContentPartPr>
              <p14:xfrm>
                <a:off x="9981840" y="3238500"/>
                <a:ext cx="114840" cy="167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D832C25-A4E0-667D-A02A-8AAFA14980B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945840" y="3202500"/>
                  <a:ext cx="1864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0AB8AC5-4649-B03E-D3ED-44800ABBB4DF}"/>
                    </a:ext>
                  </a:extLst>
                </p14:cNvPr>
                <p14:cNvContentPartPr/>
                <p14:nvPr/>
              </p14:nvContentPartPr>
              <p14:xfrm>
                <a:off x="9343890" y="4190865"/>
                <a:ext cx="62280" cy="190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0AB8AC5-4649-B03E-D3ED-44800ABBB4D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307890" y="4154865"/>
                  <a:ext cx="1339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2409818-1B81-24CC-8BC9-0555072A0091}"/>
                    </a:ext>
                  </a:extLst>
                </p14:cNvPr>
                <p14:cNvContentPartPr/>
                <p14:nvPr/>
              </p14:nvContentPartPr>
              <p14:xfrm>
                <a:off x="9172530" y="4400385"/>
                <a:ext cx="219240" cy="529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2409818-1B81-24CC-8BC9-0555072A009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136530" y="4364385"/>
                  <a:ext cx="2908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F09FAD7-D2FE-093B-E4F7-2549DC03AD07}"/>
                    </a:ext>
                  </a:extLst>
                </p14:cNvPr>
                <p14:cNvContentPartPr/>
                <p14:nvPr/>
              </p14:nvContentPartPr>
              <p14:xfrm>
                <a:off x="7839090" y="4543305"/>
                <a:ext cx="147960" cy="1526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F09FAD7-D2FE-093B-E4F7-2549DC03AD0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803090" y="4507305"/>
                  <a:ext cx="219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A41E34C-6A5F-CD35-860D-645F8993D9F3}"/>
                    </a:ext>
                  </a:extLst>
                </p14:cNvPr>
                <p14:cNvContentPartPr/>
                <p14:nvPr/>
              </p14:nvContentPartPr>
              <p14:xfrm>
                <a:off x="8005770" y="4543305"/>
                <a:ext cx="162000" cy="1526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A41E34C-6A5F-CD35-860D-645F8993D9F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969770" y="4507305"/>
                  <a:ext cx="233640" cy="22428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A56C6B6-AF92-8EB9-A4DA-06195DAB1DEC}"/>
                </a:ext>
              </a:extLst>
            </p:cNvPr>
            <p:cNvSpPr txBox="1"/>
            <p:nvPr/>
          </p:nvSpPr>
          <p:spPr>
            <a:xfrm>
              <a:off x="6764797" y="2863923"/>
              <a:ext cx="430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0C155E89-2801-DA1F-3BB7-0B741580DC5C}"/>
                </a:ext>
              </a:extLst>
            </p:cNvPr>
            <p:cNvSpPr txBox="1"/>
            <p:nvPr/>
          </p:nvSpPr>
          <p:spPr>
            <a:xfrm>
              <a:off x="7732492" y="2862148"/>
              <a:ext cx="430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D194B579-A8F5-7CB3-80AD-54C40B019126}"/>
                </a:ext>
              </a:extLst>
            </p:cNvPr>
            <p:cNvSpPr txBox="1"/>
            <p:nvPr/>
          </p:nvSpPr>
          <p:spPr>
            <a:xfrm>
              <a:off x="6750604" y="3711566"/>
              <a:ext cx="430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D61573FC-6A8E-B81A-9B44-D9217E2FCCF2}"/>
                </a:ext>
              </a:extLst>
            </p:cNvPr>
            <p:cNvSpPr txBox="1"/>
            <p:nvPr/>
          </p:nvSpPr>
          <p:spPr>
            <a:xfrm>
              <a:off x="7732492" y="3719136"/>
              <a:ext cx="430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6B62BB9E-068F-EEBC-C963-45C78242FA55}"/>
                </a:ext>
              </a:extLst>
            </p:cNvPr>
            <p:cNvSpPr txBox="1"/>
            <p:nvPr/>
          </p:nvSpPr>
          <p:spPr>
            <a:xfrm>
              <a:off x="8489321" y="3292509"/>
              <a:ext cx="430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BE05647C-DBF9-3A04-4CE7-74A1D8677A10}"/>
                </a:ext>
              </a:extLst>
            </p:cNvPr>
            <p:cNvSpPr txBox="1"/>
            <p:nvPr/>
          </p:nvSpPr>
          <p:spPr>
            <a:xfrm>
              <a:off x="10283375" y="2443480"/>
              <a:ext cx="430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3E496C04-095B-DF52-3136-7D2D25A1234E}"/>
                </a:ext>
              </a:extLst>
            </p:cNvPr>
            <p:cNvSpPr txBox="1"/>
            <p:nvPr/>
          </p:nvSpPr>
          <p:spPr>
            <a:xfrm>
              <a:off x="11078678" y="2443480"/>
              <a:ext cx="430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948B043D-DD7A-FAA1-4E3F-35DC6D0526A3}"/>
                </a:ext>
              </a:extLst>
            </p:cNvPr>
            <p:cNvSpPr txBox="1"/>
            <p:nvPr/>
          </p:nvSpPr>
          <p:spPr>
            <a:xfrm>
              <a:off x="11078678" y="3234164"/>
              <a:ext cx="430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C14C3172-D7BC-5422-8EDE-FDD5C862ECB5}"/>
                </a:ext>
              </a:extLst>
            </p:cNvPr>
            <p:cNvSpPr txBox="1"/>
            <p:nvPr/>
          </p:nvSpPr>
          <p:spPr>
            <a:xfrm>
              <a:off x="9866643" y="4227174"/>
              <a:ext cx="430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B535BFE-F6C8-F4ED-A660-E0B010DD88CF}"/>
                </a:ext>
              </a:extLst>
            </p:cNvPr>
            <p:cNvSpPr txBox="1"/>
            <p:nvPr/>
          </p:nvSpPr>
          <p:spPr>
            <a:xfrm>
              <a:off x="9866643" y="4844764"/>
              <a:ext cx="430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4CDCC813-A9BA-FB03-61A6-BEB67123F94A}"/>
                </a:ext>
              </a:extLst>
            </p:cNvPr>
            <p:cNvSpPr txBox="1"/>
            <p:nvPr/>
          </p:nvSpPr>
          <p:spPr>
            <a:xfrm>
              <a:off x="10694525" y="4844764"/>
              <a:ext cx="430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E7C37D08-700B-8239-D83F-F28AA02B8E6A}"/>
                </a:ext>
              </a:extLst>
            </p:cNvPr>
            <p:cNvSpPr txBox="1"/>
            <p:nvPr/>
          </p:nvSpPr>
          <p:spPr>
            <a:xfrm>
              <a:off x="7756235" y="4894646"/>
              <a:ext cx="430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0F6F97CB-1091-FF31-414F-ABDFC8B0AA32}"/>
                </a:ext>
              </a:extLst>
            </p:cNvPr>
            <p:cNvSpPr txBox="1"/>
            <p:nvPr/>
          </p:nvSpPr>
          <p:spPr>
            <a:xfrm>
              <a:off x="8564546" y="5233575"/>
              <a:ext cx="430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4DC8B649-D330-5CBD-8B1B-116A0D81D774}"/>
                </a:ext>
              </a:extLst>
            </p:cNvPr>
            <p:cNvSpPr txBox="1"/>
            <p:nvPr/>
          </p:nvSpPr>
          <p:spPr>
            <a:xfrm>
              <a:off x="7756235" y="5623239"/>
              <a:ext cx="430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890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FFC1C-FA23-7FBC-A2C0-70A30F6F0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160" y="650748"/>
            <a:ext cx="5057266" cy="148132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Core metrics – Dependence between core and the whole graph</a:t>
            </a:r>
          </a:p>
        </p:txBody>
      </p:sp>
      <p:sp>
        <p:nvSpPr>
          <p:cNvPr id="308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7A5F3B-092F-AE66-D507-2E9B759F324E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Meaningful in almost all types of graphs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Derived from k-core decomposition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Extract a subgraph formed by high-connective vertices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Allow to pay attention to the most important vertices in graphs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Provides key points on the relation between core and periphery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Capture structural hierarchy and network resilience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D26C031-9489-DE7C-8C3F-EE0DFC1AFFC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72039" y="3018910"/>
            <a:ext cx="5489025" cy="2831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FF717E-4C3C-0AC4-3534-6A301D5FBE0C}"/>
              </a:ext>
            </a:extLst>
          </p:cNvPr>
          <p:cNvSpPr txBox="1"/>
          <p:nvPr/>
        </p:nvSpPr>
        <p:spPr>
          <a:xfrm>
            <a:off x="6608575" y="640080"/>
            <a:ext cx="441595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Algorithms and Theorems Used: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K-core decomposition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Shell decomposition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C00000"/>
                </a:solidFill>
              </a:rPr>
              <a:t>VieCut</a:t>
            </a:r>
            <a:endParaRPr lang="en-US" sz="1600" dirty="0">
              <a:solidFill>
                <a:srgbClr val="C00000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Modularity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Monte Carlo Trials (Core Stability through vertex removal)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Jaccard Similarity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B5B7F-F7EB-9709-E38D-C70D820D70CD}"/>
              </a:ext>
            </a:extLst>
          </p:cNvPr>
          <p:cNvSpPr txBox="1"/>
          <p:nvPr/>
        </p:nvSpPr>
        <p:spPr>
          <a:xfrm>
            <a:off x="5423770" y="5850769"/>
            <a:ext cx="6794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Sample graph presenting the core - the most important part of the graph, and peripheral vertices as the graph’s whiskers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A485E8A-A599-4B3F-84C0-DBBE57597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5888" y="6581001"/>
            <a:ext cx="29813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(Image credit: [Papadopoulos et al. 2011])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806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14331-773A-2513-5513-4BF1CAFF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00" y="502308"/>
            <a:ext cx="5076811" cy="1200361"/>
          </a:xfrm>
        </p:spPr>
        <p:txBody>
          <a:bodyPr anchor="b">
            <a:noAutofit/>
          </a:bodyPr>
          <a:lstStyle/>
          <a:p>
            <a:r>
              <a:rPr lang="en-US" dirty="0"/>
              <a:t>Selection of metrics for different networks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7F123-6282-8193-7852-704ADD15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14" y="2404019"/>
            <a:ext cx="4282984" cy="3422414"/>
          </a:xfrm>
        </p:spPr>
        <p:txBody>
          <a:bodyPr anchor="ctr">
            <a:normAutofit/>
          </a:bodyPr>
          <a:lstStyle/>
          <a:p>
            <a:r>
              <a:rPr lang="en-US" sz="1800" dirty="0"/>
              <a:t>Specific metrics can fit specific networks</a:t>
            </a:r>
          </a:p>
          <a:p>
            <a:r>
              <a:rPr lang="en-US" sz="1800" dirty="0"/>
              <a:t>Different metrics for small vs large networks</a:t>
            </a:r>
          </a:p>
          <a:p>
            <a:r>
              <a:rPr lang="en-US" sz="1800" dirty="0"/>
              <a:t>Rejection method -&gt; disregard metrics without meaning for specific networks</a:t>
            </a:r>
          </a:p>
          <a:p>
            <a:r>
              <a:rPr lang="en-US" sz="1800" dirty="0"/>
              <a:t>E.g. Connectivity metrics: communication, transportation networks, density metrics: social networks, transitivity metrics, biological networks, etc.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796E37-EBCB-37F3-692A-493CF5EA1482}"/>
              </a:ext>
            </a:extLst>
          </p:cNvPr>
          <p:cNvSpPr txBox="1"/>
          <p:nvPr/>
        </p:nvSpPr>
        <p:spPr>
          <a:xfrm>
            <a:off x="1085850" y="5191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CC62BF-6FB6-9807-49CE-E83E304C556E}"/>
              </a:ext>
            </a:extLst>
          </p:cNvPr>
          <p:cNvSpPr txBox="1"/>
          <p:nvPr/>
        </p:nvSpPr>
        <p:spPr>
          <a:xfrm>
            <a:off x="535291" y="5760090"/>
            <a:ext cx="6351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Figure presents the network association with specific metric categories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AB0129-BA12-EA2D-1E4F-2E30E38FA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12932"/>
              </p:ext>
            </p:extLst>
          </p:nvPr>
        </p:nvGraphicFramePr>
        <p:xfrm>
          <a:off x="790412" y="525981"/>
          <a:ext cx="4962688" cy="520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1344">
                  <a:extLst>
                    <a:ext uri="{9D8B030D-6E8A-4147-A177-3AD203B41FA5}">
                      <a16:colId xmlns:a16="http://schemas.microsoft.com/office/drawing/2014/main" val="3425379184"/>
                    </a:ext>
                  </a:extLst>
                </a:gridCol>
                <a:gridCol w="2481344">
                  <a:extLst>
                    <a:ext uri="{9D8B030D-6E8A-4147-A177-3AD203B41FA5}">
                      <a16:colId xmlns:a16="http://schemas.microsoft.com/office/drawing/2014/main" val="1467666526"/>
                    </a:ext>
                  </a:extLst>
                </a:gridCol>
              </a:tblGrid>
              <a:tr h="3884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Network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 Metrics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84435"/>
                  </a:ext>
                </a:extLst>
              </a:tr>
              <a:tr h="6149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🚦Transportation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Connectivity, Eccentricity, 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735334"/>
                  </a:ext>
                </a:extLst>
              </a:tr>
              <a:tr h="6149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📡Communication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Connectivity, Spectral, Transitivity, 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7644874"/>
                  </a:ext>
                </a:extLst>
              </a:tr>
              <a:tr h="8739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🧠Neural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Density, Eccentricity, Triangle, Distribution Statistics, 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836698"/>
                  </a:ext>
                </a:extLst>
              </a:tr>
              <a:tr h="6149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📚Publication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Transitivity, Spectral, Triangle, 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404625"/>
                  </a:ext>
                </a:extLst>
              </a:tr>
              <a:tr h="6904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👥 Social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Connectivity, Transitivity, Triangle, 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8176828"/>
                  </a:ext>
                </a:extLst>
              </a:tr>
              <a:tr h="6149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💻Computer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Connectivity, Density, Transitivity, 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769918"/>
                  </a:ext>
                </a:extLst>
              </a:tr>
              <a:tr h="6904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💰Financial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Eccentricity, Distribution Statistics, Triangle, Core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42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5348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6C416-7EE1-5454-6443-6E4C75B32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627" y="869965"/>
            <a:ext cx="5069474" cy="112806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Metrics dependency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BA27E5-0966-8FF9-0F72-9D2B848A98E5}"/>
              </a:ext>
            </a:extLst>
          </p:cNvPr>
          <p:cNvSpPr txBox="1"/>
          <p:nvPr/>
        </p:nvSpPr>
        <p:spPr>
          <a:xfrm>
            <a:off x="488423" y="2303073"/>
            <a:ext cx="4905409" cy="4344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Many network metrics are interdependent - calculating one can help infer or derive others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 err="1"/>
              <a:t>E.g</a:t>
            </a:r>
            <a:r>
              <a:rPr lang="en-US" sz="1900" dirty="0"/>
              <a:t>, by calculating eccentricities we can derive metrics like diameter, radius, center &amp; peripheral vertices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Algorithmic efficiency matters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Certain algorithms can compute multiple metrics simultaneously</a:t>
            </a:r>
          </a:p>
          <a:p>
            <a:pPr marL="120015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Saves computation time</a:t>
            </a:r>
          </a:p>
          <a:p>
            <a:pPr marL="120015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Reduces redundancy</a:t>
            </a:r>
          </a:p>
          <a:p>
            <a:pPr marL="120015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Especially useful for large-scale networks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8C1FF0-C803-9E88-0C49-3CC946FD1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229" y="909949"/>
            <a:ext cx="1957850" cy="16939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1F97AF-B40A-B289-1EE4-9B652690B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229" y="2747537"/>
            <a:ext cx="1957850" cy="16939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15D5F8-42E1-62DD-628A-BAA255D1B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229" y="4585125"/>
            <a:ext cx="1957850" cy="1693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FCDE61-DF40-CD18-7EA8-70F157FB7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000" y="1387695"/>
            <a:ext cx="1189690" cy="7384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951FEB-F7B1-95E2-2D18-98C3CC4DE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000" y="3186865"/>
            <a:ext cx="1189690" cy="7384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BFC8B5-DAD1-B19B-1F29-431AF0753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000" y="5062871"/>
            <a:ext cx="1189690" cy="7384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274DAE5-4A6C-EAC5-B74F-B634A4A6B97E}"/>
              </a:ext>
            </a:extLst>
          </p:cNvPr>
          <p:cNvSpPr txBox="1"/>
          <p:nvPr/>
        </p:nvSpPr>
        <p:spPr>
          <a:xfrm>
            <a:off x="6034376" y="1587665"/>
            <a:ext cx="1388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Eccentricities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41FD4B-F002-8B26-1394-7F00B4E2CFB4}"/>
              </a:ext>
            </a:extLst>
          </p:cNvPr>
          <p:cNvSpPr txBox="1"/>
          <p:nvPr/>
        </p:nvSpPr>
        <p:spPr>
          <a:xfrm>
            <a:off x="6034377" y="3263724"/>
            <a:ext cx="1388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Degrees Calculation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4E428D-0CAF-F89B-B3C3-3DE796064A58}"/>
              </a:ext>
            </a:extLst>
          </p:cNvPr>
          <p:cNvSpPr txBox="1"/>
          <p:nvPr/>
        </p:nvSpPr>
        <p:spPr>
          <a:xfrm>
            <a:off x="6034376" y="4893509"/>
            <a:ext cx="13885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Triangles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 and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Wedges Count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22D458-EFB0-20B9-2753-61C6BD1C1E7C}"/>
              </a:ext>
            </a:extLst>
          </p:cNvPr>
          <p:cNvSpPr txBox="1"/>
          <p:nvPr/>
        </p:nvSpPr>
        <p:spPr>
          <a:xfrm>
            <a:off x="8933816" y="1156777"/>
            <a:ext cx="24597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Diameter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Radius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Center Vertices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Peripheral Vertices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CF66FB-6C59-F609-690F-81C10BEE6B67}"/>
              </a:ext>
            </a:extLst>
          </p:cNvPr>
          <p:cNvSpPr txBox="1"/>
          <p:nvPr/>
        </p:nvSpPr>
        <p:spPr>
          <a:xfrm>
            <a:off x="8983690" y="3136015"/>
            <a:ext cx="23060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Minimum Degree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Maximum Degree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Average Degree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3DE9D1-7204-1CE7-C916-B26B5D9399E0}"/>
              </a:ext>
            </a:extLst>
          </p:cNvPr>
          <p:cNvSpPr txBox="1"/>
          <p:nvPr/>
        </p:nvSpPr>
        <p:spPr>
          <a:xfrm>
            <a:off x="8933816" y="4970369"/>
            <a:ext cx="29215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Clustering Coefficient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Triangle to Wedge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Global Transitivity</a:t>
            </a:r>
          </a:p>
        </p:txBody>
      </p:sp>
    </p:spTree>
    <p:extLst>
      <p:ext uri="{BB962C8B-B14F-4D97-AF65-F5344CB8AC3E}">
        <p14:creationId xmlns:p14="http://schemas.microsoft.com/office/powerpoint/2010/main" val="166200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23605-86AB-4D21-6582-91160F478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714" y="976747"/>
            <a:ext cx="5040285" cy="116958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Metrics Calculation Performance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6E3F8E-CD4A-D747-439B-9D593D8B7C11}"/>
              </a:ext>
            </a:extLst>
          </p:cNvPr>
          <p:cNvSpPr txBox="1"/>
          <p:nvPr/>
        </p:nvSpPr>
        <p:spPr>
          <a:xfrm>
            <a:off x="1031021" y="2369228"/>
            <a:ext cx="5040285" cy="3632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Significant opportunities exist to optimize performance in metrics computation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Certain metrics may be irrelevant for specific analyses and can be excluded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Techniques such as </a:t>
            </a:r>
            <a:r>
              <a:rPr lang="en-US" sz="2000" b="1" dirty="0"/>
              <a:t>algorithm parallelization </a:t>
            </a:r>
            <a:r>
              <a:rPr lang="en-US" sz="2000" dirty="0"/>
              <a:t>and </a:t>
            </a:r>
            <a:r>
              <a:rPr lang="en-US" sz="2000" b="1" dirty="0"/>
              <a:t>sampling</a:t>
            </a:r>
            <a:r>
              <a:rPr lang="en-US" sz="2000" dirty="0"/>
              <a:t> have proven effective in accelerating computation</a:t>
            </a:r>
          </a:p>
        </p:txBody>
      </p:sp>
      <p:pic>
        <p:nvPicPr>
          <p:cNvPr id="21" name="Picture 20" descr="A graph with red and green lines&#10;&#10;AI-generated content may be incorrect.">
            <a:extLst>
              <a:ext uri="{FF2B5EF4-FFF2-40B4-BE49-F238E27FC236}">
                <a16:creationId xmlns:a16="http://schemas.microsoft.com/office/drawing/2014/main" id="{723E03F1-7C17-0F32-5D95-86C9D2316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067" y="2768976"/>
            <a:ext cx="3643209" cy="2732407"/>
          </a:xfrm>
          <a:prstGeom prst="rect">
            <a:avLst/>
          </a:prstGeom>
        </p:spPr>
      </p:pic>
      <p:pic>
        <p:nvPicPr>
          <p:cNvPr id="18" name="Content Placeholder 17" descr="A graph with red line and green line&#10;&#10;AI-generated content may be incorrect.">
            <a:extLst>
              <a:ext uri="{FF2B5EF4-FFF2-40B4-BE49-F238E27FC236}">
                <a16:creationId xmlns:a16="http://schemas.microsoft.com/office/drawing/2014/main" id="{D6E6D457-4254-A278-68E0-EECEE1387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066" y="72105"/>
            <a:ext cx="3643210" cy="27324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D220AC1-A41C-0464-5BF8-00A6FD18DEF4}"/>
              </a:ext>
            </a:extLst>
          </p:cNvPr>
          <p:cNvSpPr txBox="1"/>
          <p:nvPr/>
        </p:nvSpPr>
        <p:spPr>
          <a:xfrm>
            <a:off x="7055590" y="240898"/>
            <a:ext cx="355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(a)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4DAB81-8A78-4C64-E6CE-B324C263C3FC}"/>
              </a:ext>
            </a:extLst>
          </p:cNvPr>
          <p:cNvSpPr txBox="1"/>
          <p:nvPr/>
        </p:nvSpPr>
        <p:spPr>
          <a:xfrm>
            <a:off x="7058882" y="3162176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(b)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EBACA0-54A1-BDF4-D454-9750BA21FC75}"/>
              </a:ext>
            </a:extLst>
          </p:cNvPr>
          <p:cNvSpPr txBox="1"/>
          <p:nvPr/>
        </p:nvSpPr>
        <p:spPr>
          <a:xfrm>
            <a:off x="7193349" y="5461570"/>
            <a:ext cx="39586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(a) Time needed to calculate metrics concerning the number of vertices in the sample graphs </a:t>
            </a:r>
          </a:p>
          <a:p>
            <a:r>
              <a:rPr lang="en-US" sz="1400" dirty="0"/>
              <a:t>(b) Time needed to calculate metrics concerning the number of edges in the same sample graphs</a:t>
            </a:r>
          </a:p>
        </p:txBody>
      </p:sp>
    </p:spTree>
    <p:extLst>
      <p:ext uri="{BB962C8B-B14F-4D97-AF65-F5344CB8AC3E}">
        <p14:creationId xmlns:p14="http://schemas.microsoft.com/office/powerpoint/2010/main" val="3457163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5E1A5E-F024-BC78-D7B9-891A63A5C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422099"/>
            <a:ext cx="4568952" cy="2063808"/>
          </a:xfrm>
        </p:spPr>
        <p:txBody>
          <a:bodyPr anchor="b">
            <a:normAutofit/>
          </a:bodyPr>
          <a:lstStyle/>
          <a:p>
            <a:r>
              <a:rPr lang="en-US" dirty="0"/>
              <a:t>Method #1: Reducing function calls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57ADF-970C-FEF4-65D5-A29AD9591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908005"/>
            <a:ext cx="5295015" cy="359757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/>
              <a:t>Reducing Function Calls by Reusing Previously Calculated Metrics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Compute necessary metrics once within a function.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Store and reuse them across different operations to avoid redundant calculations.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Improves efficiency and speeds up execution.</a:t>
            </a:r>
          </a:p>
        </p:txBody>
      </p:sp>
      <p:pic>
        <p:nvPicPr>
          <p:cNvPr id="11" name="Picture 1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DD375E0-0E12-A142-C36E-4755DB0FD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663" y="183256"/>
            <a:ext cx="2988013" cy="2621981"/>
          </a:xfrm>
          <a:prstGeom prst="rect">
            <a:avLst/>
          </a:prstGeom>
        </p:spPr>
      </p:pic>
      <p:pic>
        <p:nvPicPr>
          <p:cNvPr id="13" name="Picture 1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ABBE9C4-3DE9-B9DC-E724-07482DB13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8249" y="183256"/>
            <a:ext cx="3069783" cy="2409778"/>
          </a:xfrm>
          <a:prstGeom prst="rect">
            <a:avLst/>
          </a:prstGeom>
        </p:spPr>
      </p:pic>
      <p:pic>
        <p:nvPicPr>
          <p:cNvPr id="15" name="Picture 1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D73D154-7118-46C9-6B39-3D0D850162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345" y="3767184"/>
            <a:ext cx="5771924" cy="240977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C2E9659-4B17-480A-A8C0-B8D44188D111}"/>
                  </a:ext>
                </a:extLst>
              </p14:cNvPr>
              <p14:cNvContentPartPr/>
              <p14:nvPr/>
            </p14:nvContentPartPr>
            <p14:xfrm>
              <a:off x="8826766" y="2805237"/>
              <a:ext cx="525045" cy="8582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C2E9659-4B17-480A-A8C0-B8D44188D11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63660" y="2742237"/>
                <a:ext cx="650897" cy="98388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352D1C73-6760-C8BA-BC18-347423E6DB1C}"/>
              </a:ext>
            </a:extLst>
          </p:cNvPr>
          <p:cNvSpPr txBox="1"/>
          <p:nvPr/>
        </p:nvSpPr>
        <p:spPr>
          <a:xfrm>
            <a:off x="6185241" y="6224739"/>
            <a:ext cx="5808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Example: calculate the diameter using already calculated eccentricities without extra computations.</a:t>
            </a:r>
          </a:p>
        </p:txBody>
      </p:sp>
    </p:spTree>
    <p:extLst>
      <p:ext uri="{BB962C8B-B14F-4D97-AF65-F5344CB8AC3E}">
        <p14:creationId xmlns:p14="http://schemas.microsoft.com/office/powerpoint/2010/main" val="2161100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4058F-F43C-DF9D-3AE8-F89A177D3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79" y="348750"/>
            <a:ext cx="5651965" cy="1776484"/>
          </a:xfrm>
        </p:spPr>
        <p:txBody>
          <a:bodyPr anchor="b">
            <a:normAutofit/>
          </a:bodyPr>
          <a:lstStyle/>
          <a:p>
            <a:r>
              <a:rPr lang="en-US" dirty="0"/>
              <a:t>Method #2: Parallelization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FA762E8-8827-C310-9060-B5F5AF1B8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0" y="1151723"/>
            <a:ext cx="6477224" cy="712493"/>
          </a:xfrm>
          <a:prstGeom prst="rect">
            <a:avLst/>
          </a:prstGeom>
        </p:spPr>
      </p:pic>
      <p:sp>
        <p:nvSpPr>
          <p:cNvPr id="35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CEF58-74FB-FFE0-6156-66E4256BE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663732"/>
            <a:ext cx="5406783" cy="3672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Parallel Calculation Across All Vertices</a:t>
            </a:r>
          </a:p>
          <a:p>
            <a:r>
              <a:rPr lang="en-US" sz="2400" dirty="0"/>
              <a:t>Compute a specific metric by processing all vertices simultaneously.</a:t>
            </a:r>
          </a:p>
          <a:p>
            <a:r>
              <a:rPr lang="en-US" sz="2400" dirty="0"/>
              <a:t>Leverage parallel patterns to evaluate the entire graph at once.</a:t>
            </a:r>
          </a:p>
          <a:p>
            <a:r>
              <a:rPr lang="en-US" sz="2400" dirty="0"/>
              <a:t>Maximizes efficiency when metrics depend on all vertices.</a:t>
            </a:r>
          </a:p>
          <a:p>
            <a:endParaRPr lang="en-US" sz="2200" dirty="0"/>
          </a:p>
        </p:txBody>
      </p:sp>
      <p:pic>
        <p:nvPicPr>
          <p:cNvPr id="19" name="Picture 18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D65C30B-891F-A176-11F0-0D465AD3D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923" y="2796772"/>
            <a:ext cx="6248877" cy="14528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0E9883-39EE-7882-EDBC-9D6BAF74DA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458" y="5177497"/>
            <a:ext cx="6171315" cy="69427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4F6A064-344D-5563-CB2C-A93479889387}"/>
              </a:ext>
            </a:extLst>
          </p:cNvPr>
          <p:cNvSpPr txBox="1"/>
          <p:nvPr/>
        </p:nvSpPr>
        <p:spPr>
          <a:xfrm>
            <a:off x="4289899" y="6145714"/>
            <a:ext cx="80515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Example: Using</a:t>
            </a:r>
            <a:r>
              <a:rPr lang="en-US" sz="1600" b="1" i="1" dirty="0"/>
              <a:t> “</a:t>
            </a:r>
            <a:r>
              <a:rPr lang="en-US" sz="1600" b="1" i="1" dirty="0" err="1"/>
              <a:t>forall</a:t>
            </a:r>
            <a:r>
              <a:rPr lang="en-US" sz="1600" b="1" i="1" dirty="0"/>
              <a:t>” </a:t>
            </a:r>
            <a:r>
              <a:rPr lang="en-US" sz="1600" i="1" dirty="0"/>
              <a:t>and “</a:t>
            </a:r>
            <a:r>
              <a:rPr lang="en-US" sz="1600" b="1" i="1" dirty="0" err="1"/>
              <a:t>coforall</a:t>
            </a:r>
            <a:r>
              <a:rPr lang="en-US" sz="1600" b="1" i="1" dirty="0"/>
              <a:t>”</a:t>
            </a:r>
            <a:r>
              <a:rPr lang="en-US" sz="1600" i="1" dirty="0"/>
              <a:t> loops for Parallel Iteration, “</a:t>
            </a:r>
            <a:r>
              <a:rPr lang="en-US" sz="1600" b="1" i="1" dirty="0"/>
              <a:t>reduce”</a:t>
            </a:r>
            <a:r>
              <a:rPr lang="en-US" sz="1600" i="1" dirty="0"/>
              <a:t> to gather results from parallel tasks, and “</a:t>
            </a:r>
            <a:r>
              <a:rPr lang="en-US" sz="1600" b="1" i="1" dirty="0"/>
              <a:t>atomic”</a:t>
            </a:r>
            <a:r>
              <a:rPr lang="en-US" sz="1600" i="1" dirty="0"/>
              <a:t> for safe updates to shared data during execution</a:t>
            </a:r>
          </a:p>
        </p:txBody>
      </p:sp>
    </p:spTree>
    <p:extLst>
      <p:ext uri="{BB962C8B-B14F-4D97-AF65-F5344CB8AC3E}">
        <p14:creationId xmlns:p14="http://schemas.microsoft.com/office/powerpoint/2010/main" val="2500530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1F792E-E6B1-8799-CDCF-8D08C9216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496" y="150876"/>
            <a:ext cx="4170045" cy="1783080"/>
          </a:xfrm>
        </p:spPr>
        <p:txBody>
          <a:bodyPr anchor="b">
            <a:normAutofit/>
          </a:bodyPr>
          <a:lstStyle/>
          <a:p>
            <a:r>
              <a:rPr lang="en-US" dirty="0"/>
              <a:t>Method #3: Sampling </a:t>
            </a: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497A4-2741-6E01-C68A-A629F4DB1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68" y="2702053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Sampling to Approximate Graph Metrics</a:t>
            </a:r>
          </a:p>
          <a:p>
            <a:r>
              <a:rPr lang="en-US" sz="2400" dirty="0"/>
              <a:t>Analyze a representative subset of vertices or edges instead of the entire graph.</a:t>
            </a:r>
          </a:p>
          <a:p>
            <a:r>
              <a:rPr lang="en-US" sz="2400" dirty="0"/>
              <a:t>Significantly reduces computation time while maintaining high accuracy.</a:t>
            </a:r>
          </a:p>
          <a:p>
            <a:r>
              <a:rPr lang="en-US" sz="2400" dirty="0"/>
              <a:t>Effective for very large graphs where full computation is too costly.</a:t>
            </a:r>
          </a:p>
        </p:txBody>
      </p:sp>
      <p:pic>
        <p:nvPicPr>
          <p:cNvPr id="7" name="Picture 6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45B7E8FF-7F1C-B83E-D2BE-7F383F265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669" y="1007307"/>
            <a:ext cx="5565283" cy="1933936"/>
          </a:xfrm>
          <a:prstGeom prst="rect">
            <a:avLst/>
          </a:prstGeom>
        </p:spPr>
      </p:pic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1B91D64-08D8-ECDD-CD23-F05C79FD9E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131" y="3916758"/>
            <a:ext cx="4977217" cy="13932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291B4D-DE51-95D0-AC7C-416E534FBC95}"/>
              </a:ext>
            </a:extLst>
          </p:cNvPr>
          <p:cNvSpPr txBox="1"/>
          <p:nvPr/>
        </p:nvSpPr>
        <p:spPr>
          <a:xfrm>
            <a:off x="7321155" y="5623561"/>
            <a:ext cx="44171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1" dirty="0"/>
              <a:t>Example: Reducing graph size after reaching a specific threshold</a:t>
            </a:r>
          </a:p>
        </p:txBody>
      </p:sp>
    </p:spTree>
    <p:extLst>
      <p:ext uri="{BB962C8B-B14F-4D97-AF65-F5344CB8AC3E}">
        <p14:creationId xmlns:p14="http://schemas.microsoft.com/office/powerpoint/2010/main" val="2185530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02C1E-1050-E01D-CCA5-55EF4275E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9847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D1EA0D-2BBF-83DF-EA42-9F8EF345B3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906986"/>
            <a:ext cx="1090612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Klus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, Stefan, and Nataša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Djurdjevac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Conrad. “Koopman-Based Spectral Clustering of Directed and Time-Evolving Graphs.”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Journal of Nonlinear Science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, vol. 33, no. 1, 7 Nov. 2022,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  <a:hlinkClick r:id="rId2"/>
              </a:rPr>
              <a:t>https://doi.org/10.1007/s00332-022-09863-0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Newman, M. E. J. “The Structure and Function of Complex Networks.”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SIAM Review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, vol. 45, no. 2, Jan. 2003, pp. 167–256,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  <a:hlinkClick r:id="rId3"/>
              </a:rPr>
              <a:t>https://doi.org/10.1137/s003614450342480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Papadopoulos, Symeon, et al. “Community Detection in Social Media.”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Data Mining and Knowledge Discovery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, vol. 24, no. 3, 14 June 2011, pp. 515–554,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  <a:hlinkClick r:id="rId4"/>
              </a:rPr>
              <a:t>https://doi.org/10.1007/s10618-011-0224-z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Petsas, Panagiotis, et al. “Landscape Connectivity Analysis: New Metrics That Account for Patch Quality, Neighbors’ Attributes and Robust Connections.”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Landscape Ecology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, vol. 36, no. 11, 13 Aug. 2021, pp. 3153–3168,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  <a:hlinkClick r:id="rId5"/>
              </a:rPr>
              <a:t>https://doi.org/10.1007/s10980-021-01319-2</a:t>
            </a:r>
            <a:endParaRPr lang="en-US" altLang="en-US" sz="16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Scholz, Matthias. “Network Science: Node Degree Distribution.”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Network-Science.org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, 2024,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  <a:hlinkClick r:id="rId6"/>
              </a:rPr>
              <a:t>www.network-science.org/powerlaw_scalefree_node_degree_distribution.html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+mn-lt"/>
                <a:cs typeface="Times New Roman" panose="02020603050405020304" pitchFamily="18" charset="0"/>
              </a:rPr>
              <a:t>Franceschet, M. (n.d.). </a:t>
            </a:r>
            <a:r>
              <a:rPr lang="en-US" sz="1600" i="1" dirty="0">
                <a:latin typeface="+mn-lt"/>
                <a:cs typeface="Times New Roman" panose="02020603050405020304" pitchFamily="18" charset="0"/>
              </a:rPr>
              <a:t>Transitivity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. Retrieved April 13, 2025, from </a:t>
            </a:r>
            <a:r>
              <a:rPr lang="en-US" sz="1600" dirty="0">
                <a:latin typeface="+mn-lt"/>
                <a:cs typeface="Times New Roman" panose="02020603050405020304" pitchFamily="18" charset="0"/>
                <a:hlinkClick r:id="rId7"/>
              </a:rPr>
              <a:t>https://users.dimi.uniud.it/~massimo.franceschet/teaching/datascience/network/transitivity.html</a:t>
            </a:r>
            <a:endParaRPr lang="en-US" sz="16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 err="1">
                <a:latin typeface="+mn-lt"/>
                <a:cs typeface="Times New Roman" panose="02020603050405020304" pitchFamily="18" charset="0"/>
              </a:rPr>
              <a:t>syllogismos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. (2025). </a:t>
            </a:r>
            <a:r>
              <a:rPr lang="en-US" sz="1600" i="1" dirty="0">
                <a:latin typeface="+mn-lt"/>
                <a:cs typeface="Times New Roman" panose="02020603050405020304" pitchFamily="18" charset="0"/>
              </a:rPr>
              <a:t>5. Spectral Clustering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. Weights &amp; Biases. Retrieved April 13, 2025, from </a:t>
            </a:r>
            <a:r>
              <a:rPr lang="en-US" sz="1600" dirty="0">
                <a:latin typeface="+mn-lt"/>
                <a:cs typeface="Times New Roman" panose="02020603050405020304" pitchFamily="18" charset="0"/>
                <a:hlinkClick r:id="rId8"/>
              </a:rPr>
              <a:t>https://wandb.ai/</a:t>
            </a:r>
            <a:r>
              <a:rPr lang="en-US" sz="1600" dirty="0" err="1">
                <a:latin typeface="+mn-lt"/>
                <a:cs typeface="Times New Roman" panose="02020603050405020304" pitchFamily="18" charset="0"/>
                <a:hlinkClick r:id="rId8"/>
              </a:rPr>
              <a:t>syllogismos</a:t>
            </a:r>
            <a:r>
              <a:rPr lang="en-US" sz="1600" dirty="0">
                <a:latin typeface="+mn-lt"/>
                <a:cs typeface="Times New Roman" panose="02020603050405020304" pitchFamily="18" charset="0"/>
                <a:hlinkClick r:id="rId8"/>
              </a:rPr>
              <a:t>/machine-learning-with-graphs/reports/5-Spectral-Clustering—</a:t>
            </a:r>
            <a:r>
              <a:rPr lang="en-US" sz="1600" dirty="0" err="1">
                <a:latin typeface="+mn-lt"/>
                <a:cs typeface="Times New Roman" panose="02020603050405020304" pitchFamily="18" charset="0"/>
                <a:hlinkClick r:id="rId8"/>
              </a:rPr>
              <a:t>VmlldzozNzcwMDU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492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2062</TotalTime>
  <Words>2071</Words>
  <Application>Microsoft Office PowerPoint</Application>
  <PresentationFormat>Widescreen</PresentationFormat>
  <Paragraphs>340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Cluster Analysis Metrics to Determine Patterns Across Networks (CAM)</vt:lpstr>
      <vt:lpstr>Why do metrics for graph clusters matter?</vt:lpstr>
      <vt:lpstr>Motivation Behind Graph Metrics for Identifying Well-Connected Communities</vt:lpstr>
      <vt:lpstr>Types of metrics</vt:lpstr>
      <vt:lpstr>List of metrics</vt:lpstr>
      <vt:lpstr>Connectivity Metrics</vt:lpstr>
      <vt:lpstr>Density Metrics</vt:lpstr>
      <vt:lpstr>Transitivity Metrics</vt:lpstr>
      <vt:lpstr>Eccentricity Metrics</vt:lpstr>
      <vt:lpstr>Distribution Statistics</vt:lpstr>
      <vt:lpstr>Spectral Metrics</vt:lpstr>
      <vt:lpstr>Triangle Metrics</vt:lpstr>
      <vt:lpstr>Core metrics – Dependence between core and the whole graph</vt:lpstr>
      <vt:lpstr>Selection of metrics for different networks</vt:lpstr>
      <vt:lpstr>Metrics dependency</vt:lpstr>
      <vt:lpstr>Metrics Calculation Performance</vt:lpstr>
      <vt:lpstr>Method #1: Reducing function calls</vt:lpstr>
      <vt:lpstr>Method #2: Parallelization</vt:lpstr>
      <vt:lpstr>Method #3: Sampling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Bryg, Bartosz Marek</dc:creator>
  <cp:lastModifiedBy>Bryg, Bartosz Marek</cp:lastModifiedBy>
  <cp:revision>31</cp:revision>
  <dcterms:created xsi:type="dcterms:W3CDTF">2025-03-22T19:33:45Z</dcterms:created>
  <dcterms:modified xsi:type="dcterms:W3CDTF">2025-04-20T00:11:56Z</dcterms:modified>
</cp:coreProperties>
</file>